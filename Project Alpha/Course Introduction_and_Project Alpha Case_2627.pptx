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13" r:id="rId4"/>
    <p:sldMasterId id="2147483723" r:id="rId5"/>
    <p:sldMasterId id="2147483655" r:id="rId6"/>
    <p:sldMasterId id="2147483656" r:id="rId7"/>
    <p:sldMasterId id="2147483657" r:id="rId8"/>
    <p:sldMasterId id="2147483648" r:id="rId9"/>
  </p:sldMasterIdLst>
  <p:notesMasterIdLst>
    <p:notesMasterId r:id="rId38"/>
  </p:notesMasterIdLst>
  <p:handoutMasterIdLst>
    <p:handoutMasterId r:id="rId39"/>
  </p:handoutMasterIdLst>
  <p:sldIdLst>
    <p:sldId id="537" r:id="rId10"/>
    <p:sldId id="545" r:id="rId11"/>
    <p:sldId id="544" r:id="rId12"/>
    <p:sldId id="546" r:id="rId13"/>
    <p:sldId id="547" r:id="rId14"/>
    <p:sldId id="279" r:id="rId15"/>
    <p:sldId id="548" r:id="rId16"/>
    <p:sldId id="542" r:id="rId17"/>
    <p:sldId id="551" r:id="rId18"/>
    <p:sldId id="550" r:id="rId19"/>
    <p:sldId id="549" r:id="rId20"/>
    <p:sldId id="543" r:id="rId21"/>
    <p:sldId id="303" r:id="rId22"/>
    <p:sldId id="307" r:id="rId23"/>
    <p:sldId id="497" r:id="rId24"/>
    <p:sldId id="463" r:id="rId25"/>
    <p:sldId id="510" r:id="rId26"/>
    <p:sldId id="501" r:id="rId27"/>
    <p:sldId id="503" r:id="rId28"/>
    <p:sldId id="502" r:id="rId29"/>
    <p:sldId id="505" r:id="rId30"/>
    <p:sldId id="504" r:id="rId31"/>
    <p:sldId id="508" r:id="rId32"/>
    <p:sldId id="509" r:id="rId33"/>
    <p:sldId id="512" r:id="rId34"/>
    <p:sldId id="469" r:id="rId35"/>
    <p:sldId id="487" r:id="rId36"/>
    <p:sldId id="267" r:id="rId37"/>
  </p:sldIdLst>
  <p:sldSz cx="12192000" cy="6858000"/>
  <p:notesSz cx="7019925" cy="93059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 course" id="{6B996542-8046-3847-BF8E-7D5B4DE3FD6C}">
          <p14:sldIdLst>
            <p14:sldId id="537"/>
            <p14:sldId id="545"/>
            <p14:sldId id="544"/>
            <p14:sldId id="546"/>
            <p14:sldId id="547"/>
            <p14:sldId id="279"/>
            <p14:sldId id="548"/>
            <p14:sldId id="542"/>
            <p14:sldId id="551"/>
            <p14:sldId id="550"/>
            <p14:sldId id="549"/>
          </p14:sldIdLst>
        </p14:section>
        <p14:section name="Project Alpha and Case" id="{489E3039-EAAE-7644-99D4-EEC10C5B5AD9}">
          <p14:sldIdLst>
            <p14:sldId id="543"/>
            <p14:sldId id="303"/>
            <p14:sldId id="307"/>
            <p14:sldId id="497"/>
            <p14:sldId id="463"/>
            <p14:sldId id="510"/>
            <p14:sldId id="501"/>
            <p14:sldId id="503"/>
            <p14:sldId id="502"/>
            <p14:sldId id="505"/>
            <p14:sldId id="504"/>
            <p14:sldId id="508"/>
            <p14:sldId id="509"/>
            <p14:sldId id="512"/>
            <p14:sldId id="469"/>
            <p14:sldId id="487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  <p15:guide id="3" orient="horz" pos="3519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2560" userDrawn="1">
          <p15:clr>
            <a:srgbClr val="A4A3A4"/>
          </p15:clr>
        </p15:guide>
        <p15:guide id="6" pos="1280" userDrawn="1">
          <p15:clr>
            <a:srgbClr val="A4A3A4"/>
          </p15:clr>
        </p15:guide>
        <p15:guide id="7" pos="5120" userDrawn="1">
          <p15:clr>
            <a:srgbClr val="A4A3A4"/>
          </p15:clr>
        </p15:guide>
        <p15:guide id="8" pos="6400" userDrawn="1">
          <p15:clr>
            <a:srgbClr val="A4A3A4"/>
          </p15:clr>
        </p15:guide>
        <p15:guide id="9" pos="2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E0044"/>
    <a:srgbClr val="FF7C80"/>
    <a:srgbClr val="FFFFCC"/>
    <a:srgbClr val="ACB9C2"/>
    <a:srgbClr val="BBC5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5F5D72-DE86-4DBD-9C05-A6559F2F5960}" v="90" dt="2026-07-13T10:54:05.3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jl, gemiddeld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orient="horz" pos="384"/>
        <p:guide orient="horz" pos="3519"/>
        <p:guide pos="3840"/>
        <p:guide pos="2560"/>
        <p:guide pos="1280"/>
        <p:guide pos="5120"/>
        <p:guide pos="6400"/>
        <p:guide pos="228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tableStyles" Target="tableStyle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1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x, G. (Gerline)" userId="S::baxgg@hr.nl::281be049-2c0b-4afc-a204-7c567985920d" providerId="AD" clId="Web-{CF5F5D72-DE86-4DBD-9C05-A6559F2F5960}"/>
    <pc:docChg chg="modSld">
      <pc:chgData name="Bax, G. (Gerline)" userId="S::baxgg@hr.nl::281be049-2c0b-4afc-a204-7c567985920d" providerId="AD" clId="Web-{CF5F5D72-DE86-4DBD-9C05-A6559F2F5960}" dt="2026-07-13T10:54:03.824" v="56" actId="20577"/>
      <pc:docMkLst>
        <pc:docMk/>
      </pc:docMkLst>
      <pc:sldChg chg="modSp">
        <pc:chgData name="Bax, G. (Gerline)" userId="S::baxgg@hr.nl::281be049-2c0b-4afc-a204-7c567985920d" providerId="AD" clId="Web-{CF5F5D72-DE86-4DBD-9C05-A6559F2F5960}" dt="2026-07-13T10:18:10.591" v="21" actId="20577"/>
        <pc:sldMkLst>
          <pc:docMk/>
          <pc:sldMk cId="1552129620" sldId="279"/>
        </pc:sldMkLst>
        <pc:spChg chg="mod">
          <ac:chgData name="Bax, G. (Gerline)" userId="S::baxgg@hr.nl::281be049-2c0b-4afc-a204-7c567985920d" providerId="AD" clId="Web-{CF5F5D72-DE86-4DBD-9C05-A6559F2F5960}" dt="2026-07-13T10:18:10.591" v="21" actId="20577"/>
          <ac:spMkLst>
            <pc:docMk/>
            <pc:sldMk cId="1552129620" sldId="279"/>
            <ac:spMk id="5" creationId="{A3A197F5-0DC9-1623-9240-39E645607072}"/>
          </ac:spMkLst>
        </pc:spChg>
      </pc:sldChg>
      <pc:sldChg chg="modSp">
        <pc:chgData name="Bax, G. (Gerline)" userId="S::baxgg@hr.nl::281be049-2c0b-4afc-a204-7c567985920d" providerId="AD" clId="Web-{CF5F5D72-DE86-4DBD-9C05-A6559F2F5960}" dt="2026-07-13T10:51:32.689" v="25" actId="20577"/>
        <pc:sldMkLst>
          <pc:docMk/>
          <pc:sldMk cId="3489192951" sldId="303"/>
        </pc:sldMkLst>
        <pc:spChg chg="mod">
          <ac:chgData name="Bax, G. (Gerline)" userId="S::baxgg@hr.nl::281be049-2c0b-4afc-a204-7c567985920d" providerId="AD" clId="Web-{CF5F5D72-DE86-4DBD-9C05-A6559F2F5960}" dt="2026-07-13T10:51:32.689" v="25" actId="20577"/>
          <ac:spMkLst>
            <pc:docMk/>
            <pc:sldMk cId="3489192951" sldId="303"/>
            <ac:spMk id="7" creationId="{43430A1F-AF46-F8B5-35B1-68ABC9B64E69}"/>
          </ac:spMkLst>
        </pc:spChg>
      </pc:sldChg>
      <pc:sldChg chg="modSp">
        <pc:chgData name="Bax, G. (Gerline)" userId="S::baxgg@hr.nl::281be049-2c0b-4afc-a204-7c567985920d" providerId="AD" clId="Web-{CF5F5D72-DE86-4DBD-9C05-A6559F2F5960}" dt="2026-07-13T10:52:56.054" v="33" actId="20577"/>
        <pc:sldMkLst>
          <pc:docMk/>
          <pc:sldMk cId="3404804050" sldId="501"/>
        </pc:sldMkLst>
        <pc:spChg chg="mod">
          <ac:chgData name="Bax, G. (Gerline)" userId="S::baxgg@hr.nl::281be049-2c0b-4afc-a204-7c567985920d" providerId="AD" clId="Web-{CF5F5D72-DE86-4DBD-9C05-A6559F2F5960}" dt="2026-07-13T10:52:56.054" v="33" actId="20577"/>
          <ac:spMkLst>
            <pc:docMk/>
            <pc:sldMk cId="3404804050" sldId="501"/>
            <ac:spMk id="6" creationId="{2B1496A4-B78B-B409-FCDA-F6E22192195F}"/>
          </ac:spMkLst>
        </pc:spChg>
        <pc:spChg chg="mod">
          <ac:chgData name="Bax, G. (Gerline)" userId="S::baxgg@hr.nl::281be049-2c0b-4afc-a204-7c567985920d" providerId="AD" clId="Web-{CF5F5D72-DE86-4DBD-9C05-A6559F2F5960}" dt="2026-07-13T10:52:21.723" v="29" actId="20577"/>
          <ac:spMkLst>
            <pc:docMk/>
            <pc:sldMk cId="3404804050" sldId="501"/>
            <ac:spMk id="8" creationId="{1B31A79F-DC3E-9368-7DA1-3648578EC756}"/>
          </ac:spMkLst>
        </pc:spChg>
      </pc:sldChg>
      <pc:sldChg chg="modSp">
        <pc:chgData name="Bax, G. (Gerline)" userId="S::baxgg@hr.nl::281be049-2c0b-4afc-a204-7c567985920d" providerId="AD" clId="Web-{CF5F5D72-DE86-4DBD-9C05-A6559F2F5960}" dt="2026-07-13T10:53:25.759" v="41" actId="20577"/>
        <pc:sldMkLst>
          <pc:docMk/>
          <pc:sldMk cId="728048962" sldId="502"/>
        </pc:sldMkLst>
        <pc:spChg chg="mod">
          <ac:chgData name="Bax, G. (Gerline)" userId="S::baxgg@hr.nl::281be049-2c0b-4afc-a204-7c567985920d" providerId="AD" clId="Web-{CF5F5D72-DE86-4DBD-9C05-A6559F2F5960}" dt="2026-07-13T10:53:25.759" v="41" actId="20577"/>
          <ac:spMkLst>
            <pc:docMk/>
            <pc:sldMk cId="728048962" sldId="502"/>
            <ac:spMk id="4" creationId="{7F37BAB3-1C91-1099-67AD-7DDA061EA35C}"/>
          </ac:spMkLst>
        </pc:spChg>
      </pc:sldChg>
      <pc:sldChg chg="modSp">
        <pc:chgData name="Bax, G. (Gerline)" userId="S::baxgg@hr.nl::281be049-2c0b-4afc-a204-7c567985920d" providerId="AD" clId="Web-{CF5F5D72-DE86-4DBD-9C05-A6559F2F5960}" dt="2026-07-13T10:53:13.071" v="38" actId="20577"/>
        <pc:sldMkLst>
          <pc:docMk/>
          <pc:sldMk cId="3933611294" sldId="503"/>
        </pc:sldMkLst>
        <pc:spChg chg="mod">
          <ac:chgData name="Bax, G. (Gerline)" userId="S::baxgg@hr.nl::281be049-2c0b-4afc-a204-7c567985920d" providerId="AD" clId="Web-{CF5F5D72-DE86-4DBD-9C05-A6559F2F5960}" dt="2026-07-13T10:53:13.071" v="38" actId="20577"/>
          <ac:spMkLst>
            <pc:docMk/>
            <pc:sldMk cId="3933611294" sldId="503"/>
            <ac:spMk id="4" creationId="{7F37BAB3-1C91-1099-67AD-7DDA061EA35C}"/>
          </ac:spMkLst>
        </pc:spChg>
      </pc:sldChg>
      <pc:sldChg chg="modSp">
        <pc:chgData name="Bax, G. (Gerline)" userId="S::baxgg@hr.nl::281be049-2c0b-4afc-a204-7c567985920d" providerId="AD" clId="Web-{CF5F5D72-DE86-4DBD-9C05-A6559F2F5960}" dt="2026-07-13T10:54:03.824" v="56" actId="20577"/>
        <pc:sldMkLst>
          <pc:docMk/>
          <pc:sldMk cId="2966228411" sldId="504"/>
        </pc:sldMkLst>
        <pc:spChg chg="mod">
          <ac:chgData name="Bax, G. (Gerline)" userId="S::baxgg@hr.nl::281be049-2c0b-4afc-a204-7c567985920d" providerId="AD" clId="Web-{CF5F5D72-DE86-4DBD-9C05-A6559F2F5960}" dt="2026-07-13T10:54:03.824" v="56" actId="20577"/>
          <ac:spMkLst>
            <pc:docMk/>
            <pc:sldMk cId="2966228411" sldId="504"/>
            <ac:spMk id="4" creationId="{7F37BAB3-1C91-1099-67AD-7DDA061EA35C}"/>
          </ac:spMkLst>
        </pc:spChg>
      </pc:sldChg>
      <pc:sldChg chg="modSp">
        <pc:chgData name="Bax, G. (Gerline)" userId="S::baxgg@hr.nl::281be049-2c0b-4afc-a204-7c567985920d" providerId="AD" clId="Web-{CF5F5D72-DE86-4DBD-9C05-A6559F2F5960}" dt="2026-07-13T10:53:40.447" v="52" actId="20577"/>
        <pc:sldMkLst>
          <pc:docMk/>
          <pc:sldMk cId="2785063272" sldId="505"/>
        </pc:sldMkLst>
        <pc:spChg chg="mod">
          <ac:chgData name="Bax, G. (Gerline)" userId="S::baxgg@hr.nl::281be049-2c0b-4afc-a204-7c567985920d" providerId="AD" clId="Web-{CF5F5D72-DE86-4DBD-9C05-A6559F2F5960}" dt="2026-07-13T10:53:40.447" v="52" actId="20577"/>
          <ac:spMkLst>
            <pc:docMk/>
            <pc:sldMk cId="2785063272" sldId="505"/>
            <ac:spMk id="4" creationId="{7F37BAB3-1C91-1099-67AD-7DDA061EA35C}"/>
          </ac:spMkLst>
        </pc:spChg>
      </pc:sldChg>
      <pc:sldChg chg="modSp">
        <pc:chgData name="Bax, G. (Gerline)" userId="S::baxgg@hr.nl::281be049-2c0b-4afc-a204-7c567985920d" providerId="AD" clId="Web-{CF5F5D72-DE86-4DBD-9C05-A6559F2F5960}" dt="2026-07-13T10:15:49.239" v="4" actId="20577"/>
        <pc:sldMkLst>
          <pc:docMk/>
          <pc:sldMk cId="834708297" sldId="544"/>
        </pc:sldMkLst>
        <pc:spChg chg="mod">
          <ac:chgData name="Bax, G. (Gerline)" userId="S::baxgg@hr.nl::281be049-2c0b-4afc-a204-7c567985920d" providerId="AD" clId="Web-{CF5F5D72-DE86-4DBD-9C05-A6559F2F5960}" dt="2026-07-13T10:15:49.239" v="4" actId="20577"/>
          <ac:spMkLst>
            <pc:docMk/>
            <pc:sldMk cId="834708297" sldId="544"/>
            <ac:spMk id="5" creationId="{8BB08DF8-691D-8257-0F94-7462276009EF}"/>
          </ac:spMkLst>
        </pc:spChg>
      </pc:sldChg>
      <pc:sldChg chg="modSp">
        <pc:chgData name="Bax, G. (Gerline)" userId="S::baxgg@hr.nl::281be049-2c0b-4afc-a204-7c567985920d" providerId="AD" clId="Web-{CF5F5D72-DE86-4DBD-9C05-A6559F2F5960}" dt="2026-07-13T10:17:01.632" v="11" actId="20577"/>
        <pc:sldMkLst>
          <pc:docMk/>
          <pc:sldMk cId="3181044897" sldId="547"/>
        </pc:sldMkLst>
        <pc:spChg chg="mod">
          <ac:chgData name="Bax, G. (Gerline)" userId="S::baxgg@hr.nl::281be049-2c0b-4afc-a204-7c567985920d" providerId="AD" clId="Web-{CF5F5D72-DE86-4DBD-9C05-A6559F2F5960}" dt="2026-07-13T10:17:01.632" v="11" actId="20577"/>
          <ac:spMkLst>
            <pc:docMk/>
            <pc:sldMk cId="3181044897" sldId="547"/>
            <ac:spMk id="5" creationId="{D1DDB662-4C41-656A-3862-ECA8A29833B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A25A3EAC-B1CB-4928-B46E-732DED35F1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6859D3C5-E35D-4276-98FC-D03BB57B5C2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5100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2036" name="Rectangle 4">
            <a:extLst>
              <a:ext uri="{FF2B5EF4-FFF2-40B4-BE49-F238E27FC236}">
                <a16:creationId xmlns:a16="http://schemas.microsoft.com/office/drawing/2014/main" id="{0960AD65-A13C-43B6-8CF1-EBD35ADEB0C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2037" name="Rectangle 5">
            <a:extLst>
              <a:ext uri="{FF2B5EF4-FFF2-40B4-BE49-F238E27FC236}">
                <a16:creationId xmlns:a16="http://schemas.microsoft.com/office/drawing/2014/main" id="{451D45BE-FB60-47F2-842C-71EE025FC36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5100" y="883920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fld id="{9CC0ECD5-5DA3-4BC8-8924-B4C7053BCD8A}" type="slidenum">
              <a:rPr lang="en-GB" altLang="nl-NL"/>
              <a:pPr>
                <a:defRPr/>
              </a:pPr>
              <a:t>‹#›</a:t>
            </a:fld>
            <a:endParaRPr lang="en-GB" altLang="nl-N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ACFE740-A230-4C8A-99F5-832F2F2A98C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73CE2F2-772D-4293-AFF1-0E15708949F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6688" y="0"/>
            <a:ext cx="3043237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4EC871E5-8926-4761-9FC6-51FAE1E42FA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1375" cy="3489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A9206A8B-522F-40A4-93DC-0FB50A95369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421188"/>
            <a:ext cx="5146675" cy="418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 om de tekststijl van het model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633583A-D98A-4E09-9178-39D7D7D620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0788"/>
            <a:ext cx="3043238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9A4A3013-F6BA-45D5-B1E7-0469AD3CC6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6688" y="8840788"/>
            <a:ext cx="3043237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/>
            </a:lvl1pPr>
          </a:lstStyle>
          <a:p>
            <a:pPr>
              <a:defRPr/>
            </a:pPr>
            <a:fld id="{522B75C5-5B33-4D79-9023-6800564353C2}" type="slidenum">
              <a:rPr lang="en-US" altLang="nl-NL"/>
              <a:pPr>
                <a:defRPr/>
              </a:pPr>
              <a:t>‹#›</a:t>
            </a:fld>
            <a:endParaRPr lang="en-US" alt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03EBD-9C0D-B8A6-7612-C7B91F09A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5C298-D91F-051C-3F39-07E8D018B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0775" cy="34893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66BA3-7FA5-E112-4769-4C95E022E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 b="1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40192-4488-DCEB-7A91-AF28F17AA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2B75C5-5B33-4D79-9023-6800564353C2}" type="slidenum">
              <a:rPr lang="en-US" altLang="nl-NL"/>
              <a:pPr>
                <a:defRPr/>
              </a:pPr>
              <a:t>8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975389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F664-45C8-12E0-48F9-701636069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6EB82-93F8-ECCD-3FEC-AE453B297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0775" cy="34893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75E00-D9D5-09A4-16A6-645DEAAFC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 b="1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DBB18-B55A-9F2F-FF9F-36ED9A7575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2B75C5-5B33-4D79-9023-6800564353C2}" type="slidenum">
              <a:rPr lang="en-US" altLang="nl-NL"/>
              <a:pPr>
                <a:defRPr/>
              </a:pPr>
              <a:t>9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4042148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92FD-3914-63D4-2C9F-621BB525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20628-83F6-2ADC-A046-0AD2698FC5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0775" cy="348932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BF416-14D7-06E6-4243-2E4356E25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 b="1">
              <a:latin typeface="Arial"/>
              <a:ea typeface="ＭＳ Ｐゴシック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78827-B6C4-788B-11FA-8B8A9785E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2B75C5-5B33-4D79-9023-6800564353C2}" type="slidenum">
              <a:rPr lang="en-US" altLang="nl-NL"/>
              <a:pPr>
                <a:defRPr/>
              </a:pPr>
              <a:t>11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479151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0775" cy="3489325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DB3F9-E5B3-CC41-8C3B-C7FD08ABF318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82013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0775" cy="3489325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DB3F9-E5B3-CC41-8C3B-C7FD08ABF318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0005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0775" cy="34893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Hero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BFDC2C-924C-4F4E-8D6E-3D71EF0ED4FE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21041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0775" cy="3489325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22B75C5-5B33-4D79-9023-6800564353C2}" type="slidenum">
              <a:rPr lang="en-US" altLang="nl-NL" smtClean="0"/>
              <a:pPr>
                <a:defRPr/>
              </a:pPr>
              <a:t>25</a:t>
            </a:fld>
            <a:endParaRPr lang="en-US" altLang="nl-NL"/>
          </a:p>
        </p:txBody>
      </p:sp>
    </p:spTree>
    <p:extLst>
      <p:ext uri="{BB962C8B-B14F-4D97-AF65-F5344CB8AC3E}">
        <p14:creationId xmlns:p14="http://schemas.microsoft.com/office/powerpoint/2010/main" val="1615949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25.svg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3340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516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5312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44234" y="2133600"/>
            <a:ext cx="4313767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61201" y="2133600"/>
            <a:ext cx="4315884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975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8620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073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2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63499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3729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678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9401" y="773114"/>
            <a:ext cx="2207684" cy="4960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44234" y="773114"/>
            <a:ext cx="6421967" cy="4960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3492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7222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1296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1937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44234" y="2133600"/>
            <a:ext cx="4313767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61201" y="2133600"/>
            <a:ext cx="4315884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118752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6892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96968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642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83283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34556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9339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9401" y="773114"/>
            <a:ext cx="2207684" cy="4960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44234" y="773114"/>
            <a:ext cx="6421967" cy="4960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114971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61048"/>
            <a:ext cx="9448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44772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7764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41229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5414" y="2133600"/>
            <a:ext cx="5178492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051" y="2133600"/>
            <a:ext cx="5181035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44468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44814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29250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8230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30216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45519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33529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9401" y="773114"/>
            <a:ext cx="2207684" cy="4960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44234" y="773114"/>
            <a:ext cx="6421967" cy="4960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42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met één afgeronde hoek 3">
            <a:extLst>
              <a:ext uri="{FF2B5EF4-FFF2-40B4-BE49-F238E27FC236}">
                <a16:creationId xmlns:a16="http://schemas.microsoft.com/office/drawing/2014/main" id="{8C9E59E8-96D0-660D-2FAF-012B53D82BE5}"/>
              </a:ext>
            </a:extLst>
          </p:cNvPr>
          <p:cNvSpPr/>
          <p:nvPr userDrawn="1"/>
        </p:nvSpPr>
        <p:spPr>
          <a:xfrm rot="10800000" flipH="1">
            <a:off x="0" y="-10824"/>
            <a:ext cx="11750235" cy="1040412"/>
          </a:xfrm>
          <a:prstGeom prst="round1Rect">
            <a:avLst>
              <a:gd name="adj" fmla="val 48488"/>
            </a:avLst>
          </a:prstGeom>
          <a:solidFill>
            <a:srgbClr val="D410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pic>
        <p:nvPicPr>
          <p:cNvPr id="2" name="Afbeelding 1" descr="Afbeelding met logo, Graphics, symbool, Karmijn&#10;&#10;Automatisch gegenereerde beschrijving">
            <a:extLst>
              <a:ext uri="{FF2B5EF4-FFF2-40B4-BE49-F238E27FC236}">
                <a16:creationId xmlns:a16="http://schemas.microsoft.com/office/drawing/2014/main" id="{D1273128-B20F-F21F-07E5-651420A7F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996" y="5906666"/>
            <a:ext cx="804101" cy="804101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7C15DAD-D3C5-4B4F-AAE5-A931C101C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77" y="1289155"/>
            <a:ext cx="11146915" cy="4616089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003340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B9E78B30-7E65-E3D5-842A-F16FD1B74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66" y="-1"/>
            <a:ext cx="11158527" cy="10281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250" b="0" i="0">
                <a:solidFill>
                  <a:schemeClr val="bg1">
                    <a:lumMod val="95000"/>
                  </a:schemeClr>
                </a:solidFill>
                <a:latin typeface="Poppins SemiBold" pitchFamily="2" charset="77"/>
                <a:cs typeface="Poppins SemiBold" pitchFamily="2" charset="77"/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9289704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03247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10434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68605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44234" y="2133600"/>
            <a:ext cx="4313767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61201" y="2133600"/>
            <a:ext cx="4315884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890632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6203313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53408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12200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65108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95327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14182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9401" y="773114"/>
            <a:ext cx="2207684" cy="4960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44234" y="773114"/>
            <a:ext cx="6421967" cy="4960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12866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66032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4723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92422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7534" y="2133600"/>
            <a:ext cx="5082117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2852" y="2133600"/>
            <a:ext cx="5084233" cy="36004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517768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79613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33824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0015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66750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930350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6394937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86284" y="773114"/>
            <a:ext cx="2590800" cy="49609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7534" y="773114"/>
            <a:ext cx="7575551" cy="49609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63030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8D0D6623-E353-C54A-97C0-2F11378747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8896"/>
            <a:ext cx="12261149" cy="6896896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18300D73-5ADD-3647-89FB-03865C1A6E43}"/>
              </a:ext>
            </a:extLst>
          </p:cNvPr>
          <p:cNvSpPr/>
          <p:nvPr userDrawn="1"/>
        </p:nvSpPr>
        <p:spPr bwMode="auto">
          <a:xfrm>
            <a:off x="513446" y="555008"/>
            <a:ext cx="4122349" cy="3896960"/>
          </a:xfrm>
          <a:prstGeom prst="rect">
            <a:avLst/>
          </a:prstGeom>
          <a:solidFill>
            <a:srgbClr val="D4104B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84" charset="0"/>
              <a:ea typeface="ヒラギノ角ゴ Pro W3" pitchFamily="84" charset="-128"/>
              <a:cs typeface="ヒラギノ角ゴ Pro W3" pitchFamily="84" charset="-128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1CD394-26CE-1147-8D0B-800AD01DE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68" y="828068"/>
            <a:ext cx="3618059" cy="1555369"/>
          </a:xfrm>
        </p:spPr>
        <p:txBody>
          <a:bodyPr anchor="t">
            <a:normAutofit/>
          </a:bodyPr>
          <a:lstStyle>
            <a:lvl1pPr algn="l">
              <a:defRPr sz="225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59F9C61-913A-404B-916B-8E866A534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468" y="2503488"/>
            <a:ext cx="3618059" cy="1200768"/>
          </a:xfrm>
        </p:spPr>
        <p:txBody>
          <a:bodyPr anchor="t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DCBC831-70D9-A440-95C2-2854AE39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0468" y="624375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1DD3A0E5-1976-E34F-AB3F-F361AB8819F9}" type="datetimeFigureOut">
              <a:rPr lang="nl-NL" smtClean="0"/>
              <a:pPr/>
              <a:t>13-7-2026</a:t>
            </a:fld>
            <a:endParaRPr lang="nl-NL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B10EB3F6-3A41-A947-92A9-D555A744CA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148" y="6241227"/>
            <a:ext cx="3240153" cy="33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74958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65C78AD5-A497-EC48-95D2-CBCB308C87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4136" y="0"/>
            <a:ext cx="12286136" cy="6858000"/>
          </a:xfrm>
          <a:prstGeom prst="rect">
            <a:avLst/>
          </a:prstGeom>
        </p:spPr>
      </p:pic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DCBC831-70D9-A440-95C2-2854AE39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1215" y="624375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1DD3A0E5-1976-E34F-AB3F-F361AB8819F9}" type="datetimeFigureOut">
              <a:rPr lang="nl-NL" smtClean="0"/>
              <a:pPr/>
              <a:t>13-7-2026</a:t>
            </a:fld>
            <a:endParaRPr lang="nl-NL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606348BC-946F-3747-8BC4-6CBBB480B8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148" y="6241227"/>
            <a:ext cx="3240153" cy="333545"/>
          </a:xfrm>
          <a:prstGeom prst="rect">
            <a:avLst/>
          </a:prstGeom>
        </p:spPr>
      </p:pic>
      <p:sp>
        <p:nvSpPr>
          <p:cNvPr id="20" name="Rechthoek 19">
            <a:extLst>
              <a:ext uri="{FF2B5EF4-FFF2-40B4-BE49-F238E27FC236}">
                <a16:creationId xmlns:a16="http://schemas.microsoft.com/office/drawing/2014/main" id="{A7B9DF07-3E9B-B040-9616-03BCB6832AA8}"/>
              </a:ext>
            </a:extLst>
          </p:cNvPr>
          <p:cNvSpPr/>
          <p:nvPr userDrawn="1"/>
        </p:nvSpPr>
        <p:spPr bwMode="auto">
          <a:xfrm>
            <a:off x="408007" y="564573"/>
            <a:ext cx="11253247" cy="958204"/>
          </a:xfrm>
          <a:prstGeom prst="rect">
            <a:avLst/>
          </a:prstGeom>
          <a:solidFill>
            <a:srgbClr val="D4104B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84" charset="0"/>
              <a:ea typeface="ヒラギノ角ゴ Pro W3" pitchFamily="84" charset="-128"/>
              <a:cs typeface="ヒラギノ角ゴ Pro W3" pitchFamily="84" charset="-128"/>
            </a:endParaRP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C6CDB125-2171-CF4A-A5A6-E0AB9EAEB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68" y="564574"/>
            <a:ext cx="10552509" cy="666819"/>
          </a:xfrm>
        </p:spPr>
        <p:txBody>
          <a:bodyPr anchor="ctr">
            <a:normAutofit/>
          </a:bodyPr>
          <a:lstStyle>
            <a:lvl1pPr algn="l">
              <a:defRPr sz="225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23" name="Ondertitel 2">
            <a:extLst>
              <a:ext uri="{FF2B5EF4-FFF2-40B4-BE49-F238E27FC236}">
                <a16:creationId xmlns:a16="http://schemas.microsoft.com/office/drawing/2014/main" id="{120A5374-852A-D84D-A706-8154ECB10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469" y="1129988"/>
            <a:ext cx="10651065" cy="392790"/>
          </a:xfrm>
        </p:spPr>
        <p:txBody>
          <a:bodyPr anchor="t">
            <a:noAutofit/>
          </a:bodyPr>
          <a:lstStyle>
            <a:lvl1pPr marL="0" indent="0" algn="l">
              <a:buNone/>
              <a:defRPr sz="165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7481261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65C78AD5-A497-EC48-95D2-CBCB308C87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47068" y="0"/>
            <a:ext cx="12192000" cy="6858000"/>
          </a:xfrm>
          <a:prstGeom prst="rect">
            <a:avLst/>
          </a:prstGeom>
        </p:spPr>
      </p:pic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DCBC831-70D9-A440-95C2-2854AE39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1215" y="624375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1DD3A0E5-1976-E34F-AB3F-F361AB8819F9}" type="datetimeFigureOut">
              <a:rPr lang="nl-NL" smtClean="0"/>
              <a:pPr/>
              <a:t>13-7-2026</a:t>
            </a:fld>
            <a:endParaRPr lang="nl-NL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606348BC-946F-3747-8BC4-6CBBB480B8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148" y="6241227"/>
            <a:ext cx="3240153" cy="333545"/>
          </a:xfrm>
          <a:prstGeom prst="rect">
            <a:avLst/>
          </a:prstGeom>
        </p:spPr>
      </p:pic>
      <p:sp>
        <p:nvSpPr>
          <p:cNvPr id="20" name="Rechthoek 19">
            <a:extLst>
              <a:ext uri="{FF2B5EF4-FFF2-40B4-BE49-F238E27FC236}">
                <a16:creationId xmlns:a16="http://schemas.microsoft.com/office/drawing/2014/main" id="{A7B9DF07-3E9B-B040-9616-03BCB6832AA8}"/>
              </a:ext>
            </a:extLst>
          </p:cNvPr>
          <p:cNvSpPr/>
          <p:nvPr userDrawn="1"/>
        </p:nvSpPr>
        <p:spPr bwMode="auto">
          <a:xfrm>
            <a:off x="408007" y="564573"/>
            <a:ext cx="11253247" cy="958204"/>
          </a:xfrm>
          <a:prstGeom prst="rect">
            <a:avLst/>
          </a:prstGeom>
          <a:solidFill>
            <a:srgbClr val="D4104B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84" charset="0"/>
              <a:ea typeface="ヒラギノ角ゴ Pro W3" pitchFamily="84" charset="-128"/>
              <a:cs typeface="ヒラギノ角ゴ Pro W3" pitchFamily="84" charset="-128"/>
            </a:endParaRP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C6CDB125-2171-CF4A-A5A6-E0AB9EAEB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68" y="564574"/>
            <a:ext cx="10552509" cy="666819"/>
          </a:xfrm>
        </p:spPr>
        <p:txBody>
          <a:bodyPr anchor="ctr">
            <a:normAutofit/>
          </a:bodyPr>
          <a:lstStyle>
            <a:lvl1pPr algn="l">
              <a:defRPr sz="225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23" name="Ondertitel 2">
            <a:extLst>
              <a:ext uri="{FF2B5EF4-FFF2-40B4-BE49-F238E27FC236}">
                <a16:creationId xmlns:a16="http://schemas.microsoft.com/office/drawing/2014/main" id="{120A5374-852A-D84D-A706-8154ECB10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469" y="1129988"/>
            <a:ext cx="10651065" cy="392790"/>
          </a:xfrm>
        </p:spPr>
        <p:txBody>
          <a:bodyPr anchor="t">
            <a:noAutofit/>
          </a:bodyPr>
          <a:lstStyle>
            <a:lvl1pPr marL="0" indent="0" algn="l">
              <a:buNone/>
              <a:defRPr sz="165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02240063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bg>
      <p:bgPr>
        <a:solidFill>
          <a:srgbClr val="D41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 descr="Afbeelding met tekst, lucht, buiten, stad&#10;&#10;Automatisch gegenereerde beschrijving">
            <a:extLst>
              <a:ext uri="{FF2B5EF4-FFF2-40B4-BE49-F238E27FC236}">
                <a16:creationId xmlns:a16="http://schemas.microsoft.com/office/drawing/2014/main" id="{2CAE3AE3-26AA-6C49-B4D6-854BB1C405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61CD394-26CE-1147-8D0B-800AD01DE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68" y="666702"/>
            <a:ext cx="4544483" cy="1911606"/>
          </a:xfrm>
        </p:spPr>
        <p:txBody>
          <a:bodyPr anchor="t"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59F9C61-913A-404B-916B-8E866A534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469" y="2718188"/>
            <a:ext cx="4544481" cy="2298219"/>
          </a:xfrm>
        </p:spPr>
        <p:txBody>
          <a:bodyPr anchor="t">
            <a:noAutofit/>
          </a:bodyPr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DCBC831-70D9-A440-95C2-2854AE39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0468" y="624375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1DD3A0E5-1976-E34F-AB3F-F361AB8819F9}" type="datetimeFigureOut">
              <a:rPr lang="nl-NL" smtClean="0"/>
              <a:pPr/>
              <a:t>13-7-2026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D23D2696-9E2C-CB41-84F5-F0835BC716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148" y="6241227"/>
            <a:ext cx="3240153" cy="33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42282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dia">
    <p:bg>
      <p:bgPr>
        <a:solidFill>
          <a:srgbClr val="D41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1CD394-26CE-1147-8D0B-800AD01DE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469" y="666705"/>
            <a:ext cx="10651065" cy="785579"/>
          </a:xfrm>
        </p:spPr>
        <p:txBody>
          <a:bodyPr anchor="t"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059F9C61-913A-404B-916B-8E866A534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469" y="1452284"/>
            <a:ext cx="10651065" cy="785579"/>
          </a:xfrm>
        </p:spPr>
        <p:txBody>
          <a:bodyPr anchor="t">
            <a:noAutofit/>
          </a:bodyPr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DCBC831-70D9-A440-95C2-2854AE39C2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0468" y="624375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1DD3A0E5-1976-E34F-AB3F-F361AB8819F9}" type="datetimeFigureOut">
              <a:rPr lang="nl-NL" smtClean="0"/>
              <a:pPr/>
              <a:t>13-7-2026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47ADA1F-AF9B-9042-8EAF-8AA6C2368F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1148" y="6241227"/>
            <a:ext cx="3240153" cy="33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7682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21F16F20-8C39-3842-80F3-B2E835C04146}"/>
              </a:ext>
            </a:extLst>
          </p:cNvPr>
          <p:cNvSpPr/>
          <p:nvPr userDrawn="1"/>
        </p:nvSpPr>
        <p:spPr bwMode="auto">
          <a:xfrm>
            <a:off x="408007" y="564573"/>
            <a:ext cx="11253247" cy="690486"/>
          </a:xfrm>
          <a:prstGeom prst="rect">
            <a:avLst/>
          </a:prstGeom>
          <a:solidFill>
            <a:srgbClr val="D4104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84" charset="0"/>
              <a:ea typeface="ヒラギノ角ゴ Pro W3" pitchFamily="84" charset="-128"/>
              <a:cs typeface="ヒラギノ角ゴ Pro W3" pitchFamily="84" charset="-128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7C15DAD-D3C5-4B4F-AAE5-A931C101C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059"/>
            <a:ext cx="10515600" cy="4439816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FEAF1C0C-133B-2C43-A1F3-0CFB8D8C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43" y="564573"/>
            <a:ext cx="10515600" cy="716539"/>
          </a:xfrm>
        </p:spPr>
        <p:txBody>
          <a:bodyPr>
            <a:normAutofit/>
          </a:bodyPr>
          <a:lstStyle>
            <a:lvl1pPr>
              <a:defRPr sz="225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pic>
        <p:nvPicPr>
          <p:cNvPr id="14" name="Afbeelding 13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1078B472-7B47-EF4D-B387-FB13A7D8E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7708" y="6241224"/>
            <a:ext cx="333547" cy="33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15556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21F16F20-8C39-3842-80F3-B2E835C04146}"/>
              </a:ext>
            </a:extLst>
          </p:cNvPr>
          <p:cNvSpPr/>
          <p:nvPr userDrawn="1"/>
        </p:nvSpPr>
        <p:spPr bwMode="auto">
          <a:xfrm>
            <a:off x="408007" y="564573"/>
            <a:ext cx="11253247" cy="690486"/>
          </a:xfrm>
          <a:prstGeom prst="rect">
            <a:avLst/>
          </a:prstGeom>
          <a:solidFill>
            <a:srgbClr val="D4104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84" charset="0"/>
              <a:ea typeface="ヒラギノ角ゴ Pro W3" pitchFamily="84" charset="-128"/>
              <a:cs typeface="ヒラギノ角ゴ Pro W3" pitchFamily="84" charset="-128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7C15DAD-D3C5-4B4F-AAE5-A931C101C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058"/>
            <a:ext cx="10515600" cy="448794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FEAF1C0C-133B-2C43-A1F3-0CFB8D8C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43" y="564573"/>
            <a:ext cx="10515600" cy="716539"/>
          </a:xfrm>
        </p:spPr>
        <p:txBody>
          <a:bodyPr>
            <a:normAutofit/>
          </a:bodyPr>
          <a:lstStyle>
            <a:lvl1pPr>
              <a:defRPr sz="225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pic>
        <p:nvPicPr>
          <p:cNvPr id="5" name="Afbeelding 4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AE880CDC-CDD1-064B-8121-E9140DAAF0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7708" y="6241224"/>
            <a:ext cx="333547" cy="33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474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A96D5EF-4E9E-BB48-85B0-F041625B17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8058"/>
            <a:ext cx="5181600" cy="47864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6566185-896E-EE4A-82D0-EF31C2E10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08058"/>
            <a:ext cx="5181600" cy="4786472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C2D782E1-11DA-D749-AC88-3B9F59ACB2D2}"/>
              </a:ext>
            </a:extLst>
          </p:cNvPr>
          <p:cNvSpPr/>
          <p:nvPr userDrawn="1"/>
        </p:nvSpPr>
        <p:spPr bwMode="auto">
          <a:xfrm>
            <a:off x="408007" y="564573"/>
            <a:ext cx="11253247" cy="690486"/>
          </a:xfrm>
          <a:prstGeom prst="rect">
            <a:avLst/>
          </a:prstGeom>
          <a:solidFill>
            <a:srgbClr val="D4104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84" charset="0"/>
              <a:ea typeface="ヒラギノ角ゴ Pro W3" pitchFamily="84" charset="-128"/>
              <a:cs typeface="ヒラギノ角ゴ Pro W3" pitchFamily="84" charset="-128"/>
            </a:endParaRP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27F0A91D-BC1E-6742-B7C5-58326DA26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43" y="564573"/>
            <a:ext cx="10515600" cy="716539"/>
          </a:xfrm>
        </p:spPr>
        <p:txBody>
          <a:bodyPr>
            <a:normAutofit/>
          </a:bodyPr>
          <a:lstStyle>
            <a:lvl1pPr>
              <a:defRPr sz="225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pic>
        <p:nvPicPr>
          <p:cNvPr id="10" name="Afbeelding 9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845C24AA-8C47-F24E-8DE4-1EF3FF9017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7708" y="6241224"/>
            <a:ext cx="333547" cy="33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69759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E77DD9-B454-484D-8F00-4D7CBD5EF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39970"/>
            <a:ext cx="5157787" cy="906303"/>
          </a:xfrm>
        </p:spPr>
        <p:txBody>
          <a:bodyPr anchor="t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B037F17-0FDA-6046-A74E-F75A2A8C3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61BBBF2-F030-A549-B400-B72BB89A7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39970"/>
            <a:ext cx="5183188" cy="906303"/>
          </a:xfrm>
        </p:spPr>
        <p:txBody>
          <a:bodyPr anchor="t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9E1E1C6-5935-F940-A4F3-DE456581D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7495EF8E-E894-554C-BBDF-A5C3500A507B}"/>
              </a:ext>
            </a:extLst>
          </p:cNvPr>
          <p:cNvSpPr/>
          <p:nvPr userDrawn="1"/>
        </p:nvSpPr>
        <p:spPr bwMode="auto">
          <a:xfrm>
            <a:off x="408007" y="564573"/>
            <a:ext cx="11253247" cy="690486"/>
          </a:xfrm>
          <a:prstGeom prst="rect">
            <a:avLst/>
          </a:prstGeom>
          <a:solidFill>
            <a:srgbClr val="D4104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84" charset="0"/>
              <a:ea typeface="ヒラギノ角ゴ Pro W3" pitchFamily="84" charset="-128"/>
              <a:cs typeface="ヒラギノ角ゴ Pro W3" pitchFamily="84" charset="-128"/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2EEF915C-EE12-3546-8889-A440B5211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43" y="564573"/>
            <a:ext cx="10515600" cy="716539"/>
          </a:xfrm>
        </p:spPr>
        <p:txBody>
          <a:bodyPr>
            <a:normAutofit/>
          </a:bodyPr>
          <a:lstStyle>
            <a:lvl1pPr>
              <a:defRPr sz="225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pic>
        <p:nvPicPr>
          <p:cNvPr id="12" name="Afbeelding 11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E38265E3-17EC-B043-905F-75CC43A732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7708" y="6241224"/>
            <a:ext cx="333547" cy="33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1841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en object">
    <p:bg>
      <p:bgPr>
        <a:solidFill>
          <a:srgbClr val="D41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21F16F20-8C39-3842-80F3-B2E835C04146}"/>
              </a:ext>
            </a:extLst>
          </p:cNvPr>
          <p:cNvSpPr/>
          <p:nvPr userDrawn="1"/>
        </p:nvSpPr>
        <p:spPr bwMode="auto">
          <a:xfrm>
            <a:off x="408007" y="564573"/>
            <a:ext cx="11253247" cy="690486"/>
          </a:xfrm>
          <a:prstGeom prst="rect">
            <a:avLst/>
          </a:prstGeom>
          <a:solidFill>
            <a:srgbClr val="0B485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84" charset="0"/>
              <a:ea typeface="ヒラギノ角ゴ Pro W3" pitchFamily="84" charset="-128"/>
              <a:cs typeface="ヒラギノ角ゴ Pro W3" pitchFamily="84" charset="-128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7C15DAD-D3C5-4B4F-AAE5-A931C101C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059"/>
            <a:ext cx="10515600" cy="4439816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FEAF1C0C-133B-2C43-A1F3-0CFB8D8C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43" y="564573"/>
            <a:ext cx="10515600" cy="716539"/>
          </a:xfrm>
        </p:spPr>
        <p:txBody>
          <a:bodyPr>
            <a:normAutofit/>
          </a:bodyPr>
          <a:lstStyle>
            <a:lvl1pPr>
              <a:defRPr sz="225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pic>
        <p:nvPicPr>
          <p:cNvPr id="5" name="Afbeelding 4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0C08BA98-72D1-3E4E-947D-A24F3B97C6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756" y="6241227"/>
            <a:ext cx="333545" cy="33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1785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en object">
    <p:bg>
      <p:bgPr>
        <a:solidFill>
          <a:srgbClr val="D41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21F16F20-8C39-3842-80F3-B2E835C04146}"/>
              </a:ext>
            </a:extLst>
          </p:cNvPr>
          <p:cNvSpPr/>
          <p:nvPr userDrawn="1"/>
        </p:nvSpPr>
        <p:spPr bwMode="auto">
          <a:xfrm>
            <a:off x="408008" y="564573"/>
            <a:ext cx="7237031" cy="690486"/>
          </a:xfrm>
          <a:prstGeom prst="rect">
            <a:avLst/>
          </a:prstGeom>
          <a:solidFill>
            <a:srgbClr val="0B485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84" charset="0"/>
              <a:ea typeface="ヒラギノ角ゴ Pro W3" pitchFamily="84" charset="-128"/>
              <a:cs typeface="ヒラギノ角ゴ Pro W3" pitchFamily="84" charset="-128"/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7C15DAD-D3C5-4B4F-AAE5-A931C101C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08059"/>
            <a:ext cx="6806839" cy="4439816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FEAF1C0C-133B-2C43-A1F3-0CFB8D8C9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43" y="564573"/>
            <a:ext cx="10515600" cy="716539"/>
          </a:xfrm>
        </p:spPr>
        <p:txBody>
          <a:bodyPr>
            <a:normAutofit/>
          </a:bodyPr>
          <a:lstStyle>
            <a:lvl1pPr>
              <a:defRPr sz="225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pic>
        <p:nvPicPr>
          <p:cNvPr id="5" name="Afbeelding 4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0C08BA98-72D1-3E4E-947D-A24F3B97C6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756" y="6241227"/>
            <a:ext cx="333545" cy="333545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1A235D95-6F9C-0D48-808D-488ACBC86C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988349" y="542340"/>
            <a:ext cx="3672904" cy="550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2949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8D0D6623-E353-C54A-97C0-2F11378747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38896"/>
            <a:ext cx="12261148" cy="6896895"/>
          </a:xfrm>
          <a:prstGeom prst="rect">
            <a:avLst/>
          </a:prstGeom>
        </p:spPr>
      </p:pic>
      <p:pic>
        <p:nvPicPr>
          <p:cNvPr id="10" name="Afbeelding 9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646180EB-A1AB-224F-B26A-0A3D0C20CE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756" y="6241227"/>
            <a:ext cx="333545" cy="333545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E6E60ECC-2E38-BD40-9146-9B85A8E7AB5D}"/>
              </a:ext>
            </a:extLst>
          </p:cNvPr>
          <p:cNvSpPr/>
          <p:nvPr userDrawn="1"/>
        </p:nvSpPr>
        <p:spPr bwMode="auto">
          <a:xfrm>
            <a:off x="547308" y="886265"/>
            <a:ext cx="4744221" cy="1704536"/>
          </a:xfrm>
          <a:prstGeom prst="rect">
            <a:avLst/>
          </a:prstGeom>
          <a:solidFill>
            <a:srgbClr val="D4104B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84" charset="0"/>
              <a:ea typeface="ヒラギノ角ゴ Pro W3" pitchFamily="84" charset="-128"/>
              <a:cs typeface="ヒラギノ角ゴ Pro W3" pitchFamily="84" charset="-128"/>
            </a:endParaRPr>
          </a:p>
        </p:txBody>
      </p:sp>
      <p:sp>
        <p:nvSpPr>
          <p:cNvPr id="11" name="Ondertitel 2">
            <a:extLst>
              <a:ext uri="{FF2B5EF4-FFF2-40B4-BE49-F238E27FC236}">
                <a16:creationId xmlns:a16="http://schemas.microsoft.com/office/drawing/2014/main" id="{309FE8A5-6C8D-7047-A17D-0E32D1E90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31" y="1144930"/>
            <a:ext cx="4217375" cy="1206384"/>
          </a:xfrm>
        </p:spPr>
        <p:txBody>
          <a:bodyPr anchor="t">
            <a:normAutofit/>
          </a:bodyPr>
          <a:lstStyle>
            <a:lvl1pPr marL="0" indent="0" algn="l">
              <a:buNone/>
              <a:defRPr sz="1650" i="1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9062954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8D0D6623-E353-C54A-97C0-2F11378747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38896"/>
            <a:ext cx="12261147" cy="6896895"/>
          </a:xfrm>
          <a:prstGeom prst="rect">
            <a:avLst/>
          </a:prstGeom>
        </p:spPr>
      </p:pic>
      <p:pic>
        <p:nvPicPr>
          <p:cNvPr id="10" name="Afbeelding 9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646180EB-A1AB-224F-B26A-0A3D0C20CE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756" y="6241227"/>
            <a:ext cx="333545" cy="333545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A2776CD1-1785-4340-A09C-23280865CB1A}"/>
              </a:ext>
            </a:extLst>
          </p:cNvPr>
          <p:cNvSpPr/>
          <p:nvPr userDrawn="1"/>
        </p:nvSpPr>
        <p:spPr bwMode="auto">
          <a:xfrm>
            <a:off x="547308" y="886265"/>
            <a:ext cx="4744221" cy="1704536"/>
          </a:xfrm>
          <a:prstGeom prst="rect">
            <a:avLst/>
          </a:prstGeom>
          <a:solidFill>
            <a:srgbClr val="D4104B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35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84" charset="0"/>
              <a:ea typeface="ヒラギノ角ゴ Pro W3" pitchFamily="84" charset="-128"/>
              <a:cs typeface="ヒラギノ角ゴ Pro W3" pitchFamily="84" charset="-128"/>
            </a:endParaRPr>
          </a:p>
        </p:txBody>
      </p:sp>
      <p:sp>
        <p:nvSpPr>
          <p:cNvPr id="12" name="Ondertitel 2">
            <a:extLst>
              <a:ext uri="{FF2B5EF4-FFF2-40B4-BE49-F238E27FC236}">
                <a16:creationId xmlns:a16="http://schemas.microsoft.com/office/drawing/2014/main" id="{77A721F4-79CD-644C-B2B2-2CEA10B41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31" y="1144930"/>
            <a:ext cx="4217375" cy="1206384"/>
          </a:xfrm>
        </p:spPr>
        <p:txBody>
          <a:bodyPr anchor="t">
            <a:normAutofit/>
          </a:bodyPr>
          <a:lstStyle>
            <a:lvl1pPr marL="0" indent="0" algn="l">
              <a:buNone/>
              <a:defRPr sz="1650" i="1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4352338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10E029A4-A6C7-2E46-8408-6002265959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27708" y="6241224"/>
            <a:ext cx="333547" cy="33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820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en object">
    <p:bg>
      <p:bgPr>
        <a:solidFill>
          <a:srgbClr val="D41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0C08BA98-72D1-3E4E-947D-A24F3B97C6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7756" y="6241227"/>
            <a:ext cx="333545" cy="33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1878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en object">
    <p:bg>
      <p:bgPr>
        <a:solidFill>
          <a:srgbClr val="D410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04F3B684-A087-4D4C-BC3B-3E76AF6A0C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329" y="2594266"/>
            <a:ext cx="8347339" cy="834734"/>
          </a:xfrm>
          <a:prstGeom prst="rect">
            <a:avLst/>
          </a:prstGeom>
        </p:spPr>
      </p:pic>
      <p:pic>
        <p:nvPicPr>
          <p:cNvPr id="4" name="Afbeelding 3" descr="Afbeelding met tekst, illustratie&#10;&#10;Automatisch gegenereerde beschrijving">
            <a:extLst>
              <a:ext uri="{FF2B5EF4-FFF2-40B4-BE49-F238E27FC236}">
                <a16:creationId xmlns:a16="http://schemas.microsoft.com/office/drawing/2014/main" id="{0AD023EA-CB5E-D545-BA4C-22765183DE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713" y="4437854"/>
            <a:ext cx="2710575" cy="38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26227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26332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fbeelding 11">
            <a:extLst>
              <a:ext uri="{FF2B5EF4-FFF2-40B4-BE49-F238E27FC236}">
                <a16:creationId xmlns:a16="http://schemas.microsoft.com/office/drawing/2014/main" id="{67FD9664-2A5F-1285-038C-79FB5F281E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B9820299-6F4E-5B2D-133F-DE589B7230B0}"/>
              </a:ext>
            </a:extLst>
          </p:cNvPr>
          <p:cNvSpPr/>
          <p:nvPr userDrawn="1"/>
        </p:nvSpPr>
        <p:spPr>
          <a:xfrm>
            <a:off x="0" y="5696262"/>
            <a:ext cx="12192000" cy="1161738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14945"/>
                  <a:lumMod val="12000"/>
                </a:schemeClr>
              </a:gs>
              <a:gs pos="100000">
                <a:schemeClr val="bg2">
                  <a:lumMod val="10000"/>
                  <a:alpha val="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0" name="Rechthoek met één afgeronde hoek 9">
            <a:extLst>
              <a:ext uri="{FF2B5EF4-FFF2-40B4-BE49-F238E27FC236}">
                <a16:creationId xmlns:a16="http://schemas.microsoft.com/office/drawing/2014/main" id="{F1F313BC-5F69-ACC5-CA42-01DE37DE458E}"/>
              </a:ext>
            </a:extLst>
          </p:cNvPr>
          <p:cNvSpPr/>
          <p:nvPr userDrawn="1"/>
        </p:nvSpPr>
        <p:spPr>
          <a:xfrm rot="10800000" flipH="1">
            <a:off x="1" y="1403127"/>
            <a:ext cx="3806780" cy="653271"/>
          </a:xfrm>
          <a:prstGeom prst="round1Rect">
            <a:avLst>
              <a:gd name="adj" fmla="val 28398"/>
            </a:avLst>
          </a:prstGeom>
          <a:solidFill>
            <a:srgbClr val="0033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5" name="Rechthoek met één afgeronde hoek 4">
            <a:extLst>
              <a:ext uri="{FF2B5EF4-FFF2-40B4-BE49-F238E27FC236}">
                <a16:creationId xmlns:a16="http://schemas.microsoft.com/office/drawing/2014/main" id="{43AE8583-9566-41B7-79EA-B8F2766310EC}"/>
              </a:ext>
            </a:extLst>
          </p:cNvPr>
          <p:cNvSpPr/>
          <p:nvPr userDrawn="1"/>
        </p:nvSpPr>
        <p:spPr>
          <a:xfrm rot="10800000" flipH="1">
            <a:off x="0" y="-7"/>
            <a:ext cx="11756493" cy="1403133"/>
          </a:xfrm>
          <a:prstGeom prst="round1Rect">
            <a:avLst>
              <a:gd name="adj" fmla="val 35768"/>
            </a:avLst>
          </a:prstGeom>
          <a:gradFill flip="none" rotWithShape="1">
            <a:gsLst>
              <a:gs pos="50000">
                <a:srgbClr val="D3104C"/>
              </a:gs>
              <a:gs pos="0">
                <a:srgbClr val="F53C46"/>
              </a:gs>
              <a:gs pos="100000">
                <a:srgbClr val="B40F4B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532657D4-14BC-601A-7E2C-30971774FD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509" y="223189"/>
            <a:ext cx="11183679" cy="627671"/>
          </a:xfrm>
        </p:spPr>
        <p:txBody>
          <a:bodyPr anchor="ctr">
            <a:normAutofit/>
          </a:bodyPr>
          <a:lstStyle>
            <a:lvl1pPr algn="l">
              <a:defRPr sz="225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7" name="Ondertitel 2">
            <a:extLst>
              <a:ext uri="{FF2B5EF4-FFF2-40B4-BE49-F238E27FC236}">
                <a16:creationId xmlns:a16="http://schemas.microsoft.com/office/drawing/2014/main" id="{D2EB5527-B3CA-7612-7C75-FF519144B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509" y="850860"/>
            <a:ext cx="11183679" cy="481933"/>
          </a:xfrm>
        </p:spPr>
        <p:txBody>
          <a:bodyPr anchor="t">
            <a:noAutofit/>
          </a:bodyPr>
          <a:lstStyle>
            <a:lvl1pPr marL="0" indent="0" algn="l">
              <a:buNone/>
              <a:defRPr sz="165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pic>
        <p:nvPicPr>
          <p:cNvPr id="8" name="Afbeelding 7" descr="Afbeelding met logo, Lettertype, Graphics, tekst&#10;&#10;Automatisch gegenereerde beschrijving">
            <a:extLst>
              <a:ext uri="{FF2B5EF4-FFF2-40B4-BE49-F238E27FC236}">
                <a16:creationId xmlns:a16="http://schemas.microsoft.com/office/drawing/2014/main" id="{2DD87C83-3DAB-04C1-247F-412B5F4A6B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2576" y="5828423"/>
            <a:ext cx="2648677" cy="902355"/>
          </a:xfrm>
          <a:prstGeom prst="rect">
            <a:avLst/>
          </a:prstGeom>
        </p:spPr>
      </p:pic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7903B3EE-5F75-04EA-5764-A487B97B1E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5507" y="1533368"/>
            <a:ext cx="3135007" cy="392790"/>
          </a:xfrm>
          <a:prstGeom prst="rect">
            <a:avLst/>
          </a:prstGeom>
        </p:spPr>
        <p:txBody>
          <a:bodyPr anchor="ctr"/>
          <a:lstStyle>
            <a:lvl1pPr algn="l">
              <a:defRPr sz="1350">
                <a:solidFill>
                  <a:srgbClr val="F8EFE3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fld id="{458543B1-A36E-9D44-821E-828D68ACC718}" type="datetime1">
              <a:rPr lang="nl-NL" smtClean="0"/>
              <a:t>13-7-2026</a:t>
            </a:fld>
            <a:endParaRPr lang="nl-N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F40401-957A-EE7E-A01A-D7C60867DD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9022" y="5978767"/>
            <a:ext cx="2362199" cy="601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42723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en object">
    <p:bg>
      <p:bgPr>
        <a:gradFill>
          <a:gsLst>
            <a:gs pos="50000">
              <a:srgbClr val="D3104C"/>
            </a:gs>
            <a:gs pos="0">
              <a:srgbClr val="F53C46"/>
            </a:gs>
            <a:gs pos="100000">
              <a:srgbClr val="B40F4B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met één afgeronde hoek 3">
            <a:extLst>
              <a:ext uri="{FF2B5EF4-FFF2-40B4-BE49-F238E27FC236}">
                <a16:creationId xmlns:a16="http://schemas.microsoft.com/office/drawing/2014/main" id="{A687C31B-89B6-5B95-614A-E417903E79BA}"/>
              </a:ext>
            </a:extLst>
          </p:cNvPr>
          <p:cNvSpPr/>
          <p:nvPr userDrawn="1"/>
        </p:nvSpPr>
        <p:spPr>
          <a:xfrm rot="10800000" flipH="1">
            <a:off x="0" y="-10824"/>
            <a:ext cx="11750235" cy="1040412"/>
          </a:xfrm>
          <a:prstGeom prst="round1Rect">
            <a:avLst>
              <a:gd name="adj" fmla="val 48488"/>
            </a:avLst>
          </a:prstGeom>
          <a:solidFill>
            <a:srgbClr val="0033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7C15DAD-D3C5-4B4F-AAE5-A931C101C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377" y="1289155"/>
            <a:ext cx="11146915" cy="462043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Tijdelijke aanduiding voor titel 1">
            <a:extLst>
              <a:ext uri="{FF2B5EF4-FFF2-40B4-BE49-F238E27FC236}">
                <a16:creationId xmlns:a16="http://schemas.microsoft.com/office/drawing/2014/main" id="{069651C9-8167-A69D-F5F8-53D1FBEBC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765" y="-1"/>
            <a:ext cx="11104851" cy="1029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2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pic>
        <p:nvPicPr>
          <p:cNvPr id="9" name="Afbeelding 8" descr="Afbeelding met logo, Lettertype, Graphics, tekst&#10;&#10;Automatisch gegenereerde beschrijving">
            <a:extLst>
              <a:ext uri="{FF2B5EF4-FFF2-40B4-BE49-F238E27FC236}">
                <a16:creationId xmlns:a16="http://schemas.microsoft.com/office/drawing/2014/main" id="{1335102B-7AA4-FED6-B9F5-229F2F5832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66868" b="2972"/>
          <a:stretch/>
        </p:blipFill>
        <p:spPr>
          <a:xfrm>
            <a:off x="403438" y="5905244"/>
            <a:ext cx="782183" cy="78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2082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el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met één afgeronde hoek 9">
            <a:extLst>
              <a:ext uri="{FF2B5EF4-FFF2-40B4-BE49-F238E27FC236}">
                <a16:creationId xmlns:a16="http://schemas.microsoft.com/office/drawing/2014/main" id="{0F8BC4C1-0906-73F1-4F1B-A18A220B7CF0}"/>
              </a:ext>
            </a:extLst>
          </p:cNvPr>
          <p:cNvSpPr/>
          <p:nvPr userDrawn="1"/>
        </p:nvSpPr>
        <p:spPr>
          <a:xfrm rot="10800000">
            <a:off x="7018421" y="298443"/>
            <a:ext cx="4957011" cy="1778436"/>
          </a:xfrm>
          <a:prstGeom prst="round1Rect">
            <a:avLst>
              <a:gd name="adj" fmla="val 11255"/>
            </a:avLst>
          </a:prstGeom>
          <a:gradFill flip="none" rotWithShape="0">
            <a:gsLst>
              <a:gs pos="50000">
                <a:srgbClr val="D3104C"/>
              </a:gs>
              <a:gs pos="0">
                <a:srgbClr val="F53C46"/>
              </a:gs>
              <a:gs pos="100000">
                <a:srgbClr val="B40F4B"/>
              </a:gs>
            </a:gsLst>
            <a:path path="circle">
              <a:fillToRect l="100000" b="10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350"/>
          </a:p>
        </p:txBody>
      </p:sp>
      <p:sp>
        <p:nvSpPr>
          <p:cNvPr id="11" name="Ondertitel 2">
            <a:extLst>
              <a:ext uri="{FF2B5EF4-FFF2-40B4-BE49-F238E27FC236}">
                <a16:creationId xmlns:a16="http://schemas.microsoft.com/office/drawing/2014/main" id="{545DC1C5-86E6-34E5-3115-B54B78D2A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1211" y="298445"/>
            <a:ext cx="4480797" cy="1778435"/>
          </a:xfrm>
        </p:spPr>
        <p:txBody>
          <a:bodyPr anchor="ctr">
            <a:normAutofit/>
          </a:bodyPr>
          <a:lstStyle>
            <a:lvl1pPr marL="0" indent="0" algn="l">
              <a:buNone/>
              <a:defRPr sz="1650" i="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pic>
        <p:nvPicPr>
          <p:cNvPr id="2" name="Afbeelding 1" descr="Afbeelding met logo, Lettertype, Graphics, tekst&#10;&#10;Automatisch gegenereerde beschrijving">
            <a:extLst>
              <a:ext uri="{FF2B5EF4-FFF2-40B4-BE49-F238E27FC236}">
                <a16:creationId xmlns:a16="http://schemas.microsoft.com/office/drawing/2014/main" id="{43CC8121-3852-641D-C1AD-D4AAEB96F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868" b="2972"/>
          <a:stretch/>
        </p:blipFill>
        <p:spPr>
          <a:xfrm>
            <a:off x="403438" y="5905244"/>
            <a:ext cx="782183" cy="78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9392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met één afgeronde hoek 3">
            <a:extLst>
              <a:ext uri="{FF2B5EF4-FFF2-40B4-BE49-F238E27FC236}">
                <a16:creationId xmlns:a16="http://schemas.microsoft.com/office/drawing/2014/main" id="{F9D2BE61-A6AE-E2D7-F76B-07B39AC855A8}"/>
              </a:ext>
            </a:extLst>
          </p:cNvPr>
          <p:cNvSpPr/>
          <p:nvPr userDrawn="1"/>
        </p:nvSpPr>
        <p:spPr>
          <a:xfrm rot="10800000" flipH="1">
            <a:off x="0" y="0"/>
            <a:ext cx="6095999" cy="1812280"/>
          </a:xfrm>
          <a:prstGeom prst="round1Rect">
            <a:avLst>
              <a:gd name="adj" fmla="val 27469"/>
            </a:avLst>
          </a:prstGeom>
          <a:solidFill>
            <a:srgbClr val="D410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1CD394-26CE-1147-8D0B-800AD01DE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508" y="-7"/>
            <a:ext cx="5334672" cy="1812281"/>
          </a:xfrm>
        </p:spPr>
        <p:txBody>
          <a:bodyPr anchor="ctr">
            <a:norm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8361EA99-DA8A-1CED-C406-A207AEDDAF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Ondertitel 2">
            <a:extLst>
              <a:ext uri="{FF2B5EF4-FFF2-40B4-BE49-F238E27FC236}">
                <a16:creationId xmlns:a16="http://schemas.microsoft.com/office/drawing/2014/main" id="{F7562BA8-0640-FAD8-4DAB-32B102C86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506" y="2175642"/>
            <a:ext cx="5334673" cy="3499944"/>
          </a:xfrm>
        </p:spPr>
        <p:txBody>
          <a:bodyPr anchor="t">
            <a:noAutofit/>
          </a:bodyPr>
          <a:lstStyle>
            <a:lvl1pPr marL="0" indent="0" algn="l">
              <a:buNone/>
              <a:defRPr sz="2400">
                <a:solidFill>
                  <a:srgbClr val="00334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pic>
        <p:nvPicPr>
          <p:cNvPr id="3" name="Afbeelding 2" descr="Afbeelding met logo, Graphics, symbool, Karmijn&#10;&#10;Automatisch gegenereerde beschrijving">
            <a:extLst>
              <a:ext uri="{FF2B5EF4-FFF2-40B4-BE49-F238E27FC236}">
                <a16:creationId xmlns:a16="http://schemas.microsoft.com/office/drawing/2014/main" id="{6AC64F8A-CC1D-A5B1-13CB-EE64D0A404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2996" y="5906664"/>
            <a:ext cx="804101" cy="804101"/>
          </a:xfrm>
          <a:prstGeom prst="rect">
            <a:avLst/>
          </a:prstGeom>
        </p:spPr>
      </p:pic>
      <p:sp>
        <p:nvSpPr>
          <p:cNvPr id="5" name="Rechthoek met één afgeronde hoek 4">
            <a:extLst>
              <a:ext uri="{FF2B5EF4-FFF2-40B4-BE49-F238E27FC236}">
                <a16:creationId xmlns:a16="http://schemas.microsoft.com/office/drawing/2014/main" id="{E7020D5A-1635-89BD-E715-2A7BE776245A}"/>
              </a:ext>
            </a:extLst>
          </p:cNvPr>
          <p:cNvSpPr/>
          <p:nvPr userDrawn="1"/>
        </p:nvSpPr>
        <p:spPr>
          <a:xfrm flipH="1">
            <a:off x="6095998" y="5675586"/>
            <a:ext cx="6095999" cy="1182414"/>
          </a:xfrm>
          <a:prstGeom prst="round1Rect">
            <a:avLst>
              <a:gd name="adj" fmla="val 27469"/>
            </a:avLst>
          </a:prstGeom>
          <a:solidFill>
            <a:srgbClr val="F8EF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ijdelijke aanduiding voor tekst 2">
            <a:extLst>
              <a:ext uri="{FF2B5EF4-FFF2-40B4-BE49-F238E27FC236}">
                <a16:creationId xmlns:a16="http://schemas.microsoft.com/office/drawing/2014/main" id="{C9709BFA-16BC-2AA3-035E-3AB43048870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79629" y="5675587"/>
            <a:ext cx="5309376" cy="11824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sz="1800">
                <a:solidFill>
                  <a:srgbClr val="D40E4C"/>
                </a:solidFill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66582929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kst">
  <p:cSld name="Teks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9957"/>
            <a:ext cx="12192000" cy="116889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1"/>
          <p:cNvSpPr txBox="1">
            <a:spLocks noGrp="1"/>
          </p:cNvSpPr>
          <p:nvPr>
            <p:ph type="ctrTitle"/>
          </p:nvPr>
        </p:nvSpPr>
        <p:spPr>
          <a:xfrm>
            <a:off x="505207" y="593030"/>
            <a:ext cx="1063732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p41"/>
          <p:cNvSpPr txBox="1">
            <a:spLocks noGrp="1"/>
          </p:cNvSpPr>
          <p:nvPr>
            <p:ph type="body" idx="1"/>
          </p:nvPr>
        </p:nvSpPr>
        <p:spPr>
          <a:xfrm>
            <a:off x="505208" y="1779415"/>
            <a:ext cx="10364136" cy="411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6725" tIns="78350" rIns="156725" bIns="78350" anchor="t" anchorCtr="0">
            <a:noAutofit/>
          </a:bodyPr>
          <a:lstStyle>
            <a:lvl1pPr marL="317480" marR="0" lvl="0" indent="-158740" algn="l" rtl="0">
              <a:lnSpc>
                <a:spcPct val="1500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  <a:defRPr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34959" marR="0" lvl="1" indent="-264566" algn="l" rtl="0">
              <a:lnSpc>
                <a:spcPct val="150000"/>
              </a:lnSpc>
              <a:spcBef>
                <a:spcPts val="778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Char char="•"/>
              <a:defRPr sz="22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439" marR="0" lvl="2" indent="-282204" algn="l" rtl="0">
              <a:lnSpc>
                <a:spcPct val="150000"/>
              </a:lnSpc>
              <a:spcBef>
                <a:spcPts val="681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  <a:defRPr sz="1944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69919" marR="0" lvl="3" indent="-277795" algn="l" rtl="0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"/>
              <a:buChar char="•"/>
              <a:defRPr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587398" marR="0" lvl="4" indent="-317480" algn="l" rtl="0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904878" marR="0" lvl="5" indent="-229291" algn="l" rtl="0">
              <a:lnSpc>
                <a:spcPct val="100000"/>
              </a:lnSpc>
              <a:spcBef>
                <a:spcPts val="389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»"/>
              <a:defRPr sz="1111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2358" marR="0" lvl="6" indent="-229291" algn="l" rtl="0">
              <a:lnSpc>
                <a:spcPct val="100000"/>
              </a:lnSpc>
              <a:spcBef>
                <a:spcPts val="389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»"/>
              <a:defRPr sz="1111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39837" marR="0" lvl="7" indent="-229291" algn="l" rtl="0">
              <a:lnSpc>
                <a:spcPct val="100000"/>
              </a:lnSpc>
              <a:spcBef>
                <a:spcPts val="389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»"/>
              <a:defRPr sz="1111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857317" marR="0" lvl="8" indent="-229291" algn="l" rtl="0">
              <a:lnSpc>
                <a:spcPct val="100000"/>
              </a:lnSpc>
              <a:spcBef>
                <a:spcPts val="389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»"/>
              <a:defRPr sz="1111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" name="Google Shape;187;p41"/>
          <p:cNvSpPr/>
          <p:nvPr/>
        </p:nvSpPr>
        <p:spPr>
          <a:xfrm>
            <a:off x="10196530" y="6429237"/>
            <a:ext cx="1150149" cy="2500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3488" tIns="31735" rIns="63488" bIns="3173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923279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oudsopgave">
  <p:cSld name="Inhoudsopgav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9957"/>
            <a:ext cx="12192000" cy="11688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7"/>
          <p:cNvSpPr txBox="1">
            <a:spLocks noGrp="1"/>
          </p:cNvSpPr>
          <p:nvPr>
            <p:ph type="ctrTitle"/>
          </p:nvPr>
        </p:nvSpPr>
        <p:spPr>
          <a:xfrm>
            <a:off x="505207" y="593030"/>
            <a:ext cx="1063732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3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22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1"/>
          </p:nvPr>
        </p:nvSpPr>
        <p:spPr>
          <a:xfrm>
            <a:off x="505207" y="1779414"/>
            <a:ext cx="11141510" cy="4399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6725" tIns="78350" rIns="156725" bIns="78350" anchor="t" anchorCtr="0">
            <a:noAutofit/>
          </a:bodyPr>
          <a:lstStyle>
            <a:lvl1pPr marL="317480" marR="0" lvl="0" indent="-158740" algn="l" rtl="0">
              <a:lnSpc>
                <a:spcPct val="1500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2880"/>
              <a:buFont typeface="Arial"/>
              <a:buNone/>
              <a:defRPr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634959" marR="0" lvl="1" indent="-299842" algn="l" rtl="0">
              <a:lnSpc>
                <a:spcPct val="150000"/>
              </a:lnSpc>
              <a:spcBef>
                <a:spcPts val="778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Char char="•"/>
              <a:defRPr sz="22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439" marR="0" lvl="2" indent="-282204" algn="l" rtl="0">
              <a:lnSpc>
                <a:spcPct val="150000"/>
              </a:lnSpc>
              <a:spcBef>
                <a:spcPts val="681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Arial"/>
              <a:buChar char="•"/>
              <a:defRPr sz="1944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69919" marR="0" lvl="3" indent="-277795" algn="l" rtl="0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Times"/>
              <a:buChar char="•"/>
              <a:defRPr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587398" marR="0" lvl="4" indent="-317480" algn="l" rtl="0">
              <a:lnSpc>
                <a:spcPct val="1000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»"/>
              <a:defRPr sz="2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904878" marR="0" lvl="5" indent="-229291" algn="l" rtl="0">
              <a:lnSpc>
                <a:spcPct val="100000"/>
              </a:lnSpc>
              <a:spcBef>
                <a:spcPts val="389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»"/>
              <a:defRPr sz="1111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222358" marR="0" lvl="6" indent="-229291" algn="l" rtl="0">
              <a:lnSpc>
                <a:spcPct val="100000"/>
              </a:lnSpc>
              <a:spcBef>
                <a:spcPts val="389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»"/>
              <a:defRPr sz="1111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2539837" marR="0" lvl="7" indent="-229291" algn="l" rtl="0">
              <a:lnSpc>
                <a:spcPct val="100000"/>
              </a:lnSpc>
              <a:spcBef>
                <a:spcPts val="389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»"/>
              <a:defRPr sz="1111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2857317" marR="0" lvl="8" indent="-229291" algn="l" rtl="0">
              <a:lnSpc>
                <a:spcPct val="100000"/>
              </a:lnSpc>
              <a:spcBef>
                <a:spcPts val="389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»"/>
              <a:defRPr sz="1111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7"/>
          <p:cNvSpPr/>
          <p:nvPr/>
        </p:nvSpPr>
        <p:spPr>
          <a:xfrm>
            <a:off x="10196530" y="6429237"/>
            <a:ext cx="1150149" cy="25002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3488" tIns="31735" rIns="63488" bIns="3173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843850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met één afgeronde hoek 3">
            <a:extLst>
              <a:ext uri="{FF2B5EF4-FFF2-40B4-BE49-F238E27FC236}">
                <a16:creationId xmlns:a16="http://schemas.microsoft.com/office/drawing/2014/main" id="{F9D2BE61-A6AE-E2D7-F76B-07B39AC855A8}"/>
              </a:ext>
            </a:extLst>
          </p:cNvPr>
          <p:cNvSpPr/>
          <p:nvPr userDrawn="1"/>
        </p:nvSpPr>
        <p:spPr>
          <a:xfrm rot="10800000" flipH="1">
            <a:off x="0" y="0"/>
            <a:ext cx="6095999" cy="1812280"/>
          </a:xfrm>
          <a:prstGeom prst="round1Rect">
            <a:avLst>
              <a:gd name="adj" fmla="val 27469"/>
            </a:avLst>
          </a:prstGeom>
          <a:solidFill>
            <a:srgbClr val="D410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1CD394-26CE-1147-8D0B-800AD01DE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508" y="-7"/>
            <a:ext cx="5334672" cy="1812282"/>
          </a:xfrm>
        </p:spPr>
        <p:txBody>
          <a:bodyPr anchor="ctr">
            <a:normAutofit/>
          </a:bodyPr>
          <a:lstStyle>
            <a:lvl1pPr algn="l"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8361EA99-DA8A-1CED-C406-A207AEDDAF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Ondertitel 2">
            <a:extLst>
              <a:ext uri="{FF2B5EF4-FFF2-40B4-BE49-F238E27FC236}">
                <a16:creationId xmlns:a16="http://schemas.microsoft.com/office/drawing/2014/main" id="{F7562BA8-0640-FAD8-4DAB-32B102C86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506" y="2175642"/>
            <a:ext cx="5334673" cy="3499944"/>
          </a:xfrm>
        </p:spPr>
        <p:txBody>
          <a:bodyPr anchor="t">
            <a:noAutofit/>
          </a:bodyPr>
          <a:lstStyle>
            <a:lvl1pPr marL="0" indent="0" algn="l">
              <a:buNone/>
              <a:defRPr sz="2400">
                <a:solidFill>
                  <a:srgbClr val="00334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pic>
        <p:nvPicPr>
          <p:cNvPr id="3" name="Afbeelding 2" descr="Afbeelding met logo, Graphics, symbool, Karmijn&#10;&#10;Automatisch gegenereerde beschrijving">
            <a:extLst>
              <a:ext uri="{FF2B5EF4-FFF2-40B4-BE49-F238E27FC236}">
                <a16:creationId xmlns:a16="http://schemas.microsoft.com/office/drawing/2014/main" id="{6AC64F8A-CC1D-A5B1-13CB-EE64D0A404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2996" y="5906664"/>
            <a:ext cx="804101" cy="80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0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9.jpe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17" Type="http://schemas.openxmlformats.org/officeDocument/2006/relationships/image" Target="../media/image10.jpeg"/><Relationship Id="rId2" Type="http://schemas.openxmlformats.org/officeDocument/2006/relationships/slideLayout" Target="../slideLayouts/slideLayout36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6" Type="http://schemas.openxmlformats.org/officeDocument/2006/relationships/image" Target="../media/image10.jpeg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image" Target="../media/image4.jpeg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77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5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80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>
            <a:extLst>
              <a:ext uri="{FF2B5EF4-FFF2-40B4-BE49-F238E27FC236}">
                <a16:creationId xmlns:a16="http://schemas.microsoft.com/office/drawing/2014/main" id="{D996606F-C7BE-4105-9A7B-EF3A6F96B7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44233" y="773113"/>
            <a:ext cx="88328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Titel van de slide</a:t>
            </a:r>
          </a:p>
        </p:txBody>
      </p:sp>
      <p:sp>
        <p:nvSpPr>
          <p:cNvPr id="1027" name="Rectangle 7">
            <a:extLst>
              <a:ext uri="{FF2B5EF4-FFF2-40B4-BE49-F238E27FC236}">
                <a16:creationId xmlns:a16="http://schemas.microsoft.com/office/drawing/2014/main" id="{4E34BBDB-F5F8-42F7-B96B-362A664A57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4233" y="2133600"/>
            <a:ext cx="8832851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Klik om de opmaakprofielen van de modeltekst te bewerken</a:t>
            </a:r>
          </a:p>
          <a:p>
            <a:pPr lvl="1"/>
            <a:r>
              <a:rPr lang="en-US" altLang="nl-NL"/>
              <a:t>  Tweede niveau</a:t>
            </a:r>
          </a:p>
          <a:p>
            <a:pPr lvl="2"/>
            <a:r>
              <a:rPr lang="en-US" altLang="nl-NL"/>
              <a:t>  Derde niveau</a:t>
            </a:r>
          </a:p>
        </p:txBody>
      </p:sp>
      <p:pic>
        <p:nvPicPr>
          <p:cNvPr id="1028" name="Picture 8" descr="ppt_format_image2">
            <a:extLst>
              <a:ext uri="{FF2B5EF4-FFF2-40B4-BE49-F238E27FC236}">
                <a16:creationId xmlns:a16="http://schemas.microsoft.com/office/drawing/2014/main" id="{E5C96358-30A7-4F16-A503-3F0353E83EC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2029884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13" descr="HR_Logo_websafe_punt#1015D2">
            <a:extLst>
              <a:ext uri="{FF2B5EF4-FFF2-40B4-BE49-F238E27FC236}">
                <a16:creationId xmlns:a16="http://schemas.microsoft.com/office/drawing/2014/main" id="{6DC3C212-2507-463A-ABF3-532F007921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985" y="5803900"/>
            <a:ext cx="1153583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14" descr="OJ-rood_websafe">
            <a:extLst>
              <a:ext uri="{FF2B5EF4-FFF2-40B4-BE49-F238E27FC236}">
                <a16:creationId xmlns:a16="http://schemas.microsoft.com/office/drawing/2014/main" id="{A9CE6064-1346-4935-9E1C-2780FD751B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434" y="6381750"/>
            <a:ext cx="2207684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17" descr="fond_rood_websafe">
            <a:extLst>
              <a:ext uri="{FF2B5EF4-FFF2-40B4-BE49-F238E27FC236}">
                <a16:creationId xmlns:a16="http://schemas.microsoft.com/office/drawing/2014/main" id="{FC433CFA-2D5F-48EF-B331-CD31324050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311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716" r:id="rId3"/>
    <p:sldLayoutId id="2147483714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667" r:id="rId10"/>
    <p:sldLayoutId id="214748366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9pPr>
    </p:titleStyle>
    <p:bodyStyle>
      <a:lvl1pPr marL="542925" indent="-542925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17"/>
        </a:buBlip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922338" indent="-200025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17"/>
        </a:buBlip>
        <a:defRPr>
          <a:solidFill>
            <a:schemeClr val="tx1"/>
          </a:solidFill>
          <a:latin typeface="+mn-lt"/>
          <a:ea typeface="+mn-ea"/>
        </a:defRPr>
      </a:lvl2pPr>
      <a:lvl3pPr marL="1330325" indent="-228600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17"/>
        </a:buBlip>
        <a:defRPr sz="1600">
          <a:solidFill>
            <a:schemeClr val="tx1"/>
          </a:solidFill>
          <a:latin typeface="+mn-lt"/>
          <a:ea typeface="+mn-ea"/>
        </a:defRPr>
      </a:lvl3pPr>
      <a:lvl4pPr marL="1738313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  <a:ea typeface="+mn-ea"/>
        </a:defRPr>
      </a:lvl4pPr>
      <a:lvl5pPr marL="21463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5pPr>
      <a:lvl6pPr marL="26035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6pPr>
      <a:lvl7pPr marL="30607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7pPr>
      <a:lvl8pPr marL="35179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8pPr>
      <a:lvl9pPr marL="39751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8" descr="ppt_formate_image3">
            <a:extLst>
              <a:ext uri="{FF2B5EF4-FFF2-40B4-BE49-F238E27FC236}">
                <a16:creationId xmlns:a16="http://schemas.microsoft.com/office/drawing/2014/main" id="{C7E5D55A-6B56-42D1-BF0C-D2B286D78D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20362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">
            <a:extLst>
              <a:ext uri="{FF2B5EF4-FFF2-40B4-BE49-F238E27FC236}">
                <a16:creationId xmlns:a16="http://schemas.microsoft.com/office/drawing/2014/main" id="{8A73B163-9E23-4A0D-95CD-62C64197C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44233" y="773113"/>
            <a:ext cx="88328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Titel van de slide</a:t>
            </a:r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1A105891-BF82-4F86-8907-2B495DE05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4233" y="2133600"/>
            <a:ext cx="8832851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Klik om de opmaakprofielen van de modeltekst te bewerken</a:t>
            </a:r>
          </a:p>
          <a:p>
            <a:pPr lvl="1"/>
            <a:r>
              <a:rPr lang="en-US" altLang="nl-NL"/>
              <a:t>  Tweede niveau</a:t>
            </a:r>
          </a:p>
          <a:p>
            <a:pPr lvl="2"/>
            <a:r>
              <a:rPr lang="en-US" altLang="nl-NL"/>
              <a:t>  Derde niveau</a:t>
            </a:r>
          </a:p>
        </p:txBody>
      </p:sp>
      <p:pic>
        <p:nvPicPr>
          <p:cNvPr id="2053" name="Picture 5" descr="HR_Logo_websafe_punt#1015D2">
            <a:extLst>
              <a:ext uri="{FF2B5EF4-FFF2-40B4-BE49-F238E27FC236}">
                <a16:creationId xmlns:a16="http://schemas.microsoft.com/office/drawing/2014/main" id="{DC7462AA-C498-4CDB-B6EB-99738251D4D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985" y="5803900"/>
            <a:ext cx="1153583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 descr="OJ-rood_websafe">
            <a:extLst>
              <a:ext uri="{FF2B5EF4-FFF2-40B4-BE49-F238E27FC236}">
                <a16:creationId xmlns:a16="http://schemas.microsoft.com/office/drawing/2014/main" id="{8BAEBA37-A6CB-49EC-8BC6-C0D823FAA0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434" y="6381750"/>
            <a:ext cx="2207684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 descr="fond_rood_websafe">
            <a:extLst>
              <a:ext uri="{FF2B5EF4-FFF2-40B4-BE49-F238E27FC236}">
                <a16:creationId xmlns:a16="http://schemas.microsoft.com/office/drawing/2014/main" id="{C00AE5D0-4C65-4C15-8A01-B4FDCF233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311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670" r:id="rId2"/>
    <p:sldLayoutId id="2147483724" r:id="rId3"/>
    <p:sldLayoutId id="2147483725" r:id="rId4"/>
    <p:sldLayoutId id="2147483715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9pPr>
    </p:titleStyle>
    <p:bodyStyle>
      <a:lvl1pPr marL="542925" indent="-542925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17"/>
        </a:buBlip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922338" indent="-200025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17"/>
        </a:buBlip>
        <a:defRPr>
          <a:solidFill>
            <a:schemeClr val="tx1"/>
          </a:solidFill>
          <a:latin typeface="+mn-lt"/>
          <a:ea typeface="+mn-ea"/>
        </a:defRPr>
      </a:lvl2pPr>
      <a:lvl3pPr marL="1330325" indent="-228600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120000"/>
        <a:buFont typeface="Arial" panose="020B0604020202020204" pitchFamily="34" charset="0"/>
        <a:buBlip>
          <a:blip r:embed="rId17"/>
        </a:buBlip>
        <a:defRPr sz="1600">
          <a:solidFill>
            <a:schemeClr val="tx1"/>
          </a:solidFill>
          <a:latin typeface="+mn-lt"/>
          <a:ea typeface="+mn-ea"/>
        </a:defRPr>
      </a:lvl3pPr>
      <a:lvl4pPr marL="1738313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  <a:ea typeface="+mn-ea"/>
        </a:defRPr>
      </a:lvl4pPr>
      <a:lvl5pPr marL="21463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5pPr>
      <a:lvl6pPr marL="26035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6pPr>
      <a:lvl7pPr marL="30607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7pPr>
      <a:lvl8pPr marL="35179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8pPr>
      <a:lvl9pPr marL="39751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3D93EA5D-E34D-44AA-A75E-1427440D0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15414" y="773113"/>
            <a:ext cx="1056167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Titel van de slide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C19878B-E4A5-4D8E-8BB2-98A2D1B9F9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5414" y="2133600"/>
            <a:ext cx="10561671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 err="1"/>
              <a:t>Klik</a:t>
            </a:r>
            <a:r>
              <a:rPr lang="en-US" altLang="nl-NL"/>
              <a:t> om de </a:t>
            </a:r>
            <a:r>
              <a:rPr lang="en-US" altLang="nl-NL" err="1"/>
              <a:t>opmaakprofielen</a:t>
            </a:r>
            <a:r>
              <a:rPr lang="en-US" altLang="nl-NL"/>
              <a:t> van de </a:t>
            </a:r>
            <a:r>
              <a:rPr lang="en-US" altLang="nl-NL" err="1"/>
              <a:t>modeltekst</a:t>
            </a:r>
            <a:r>
              <a:rPr lang="en-US" altLang="nl-NL"/>
              <a:t> </a:t>
            </a:r>
            <a:r>
              <a:rPr lang="en-US" altLang="nl-NL" err="1"/>
              <a:t>te</a:t>
            </a:r>
            <a:r>
              <a:rPr lang="en-US" altLang="nl-NL"/>
              <a:t> </a:t>
            </a:r>
            <a:r>
              <a:rPr lang="en-US" altLang="nl-NL" err="1"/>
              <a:t>bewerken</a:t>
            </a:r>
            <a:endParaRPr lang="en-US" altLang="nl-NL"/>
          </a:p>
          <a:p>
            <a:pPr lvl="1"/>
            <a:r>
              <a:rPr lang="en-US" altLang="nl-NL" err="1"/>
              <a:t>Tweede</a:t>
            </a:r>
            <a:r>
              <a:rPr lang="en-US" altLang="nl-NL"/>
              <a:t> </a:t>
            </a:r>
            <a:r>
              <a:rPr lang="en-US" altLang="nl-NL" err="1"/>
              <a:t>niveau</a:t>
            </a:r>
            <a:endParaRPr lang="en-US" altLang="nl-NL"/>
          </a:p>
          <a:p>
            <a:pPr lvl="2"/>
            <a:r>
              <a:rPr lang="en-US" altLang="nl-NL" err="1"/>
              <a:t>Derde</a:t>
            </a:r>
            <a:r>
              <a:rPr lang="en-US" altLang="nl-NL"/>
              <a:t> </a:t>
            </a:r>
            <a:r>
              <a:rPr lang="en-US" altLang="nl-NL" err="1"/>
              <a:t>niveau</a:t>
            </a:r>
            <a:endParaRPr lang="en-US" altLang="nl-NL"/>
          </a:p>
        </p:txBody>
      </p:sp>
      <p:pic>
        <p:nvPicPr>
          <p:cNvPr id="3077" name="Picture 5" descr="HR_Logo_websafe_punt#1015D2">
            <a:extLst>
              <a:ext uri="{FF2B5EF4-FFF2-40B4-BE49-F238E27FC236}">
                <a16:creationId xmlns:a16="http://schemas.microsoft.com/office/drawing/2014/main" id="{5CF8D809-8B1D-4002-92FF-32D48043C3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985" y="5803900"/>
            <a:ext cx="1153583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 descr="OJ-rood_websafe">
            <a:extLst>
              <a:ext uri="{FF2B5EF4-FFF2-40B4-BE49-F238E27FC236}">
                <a16:creationId xmlns:a16="http://schemas.microsoft.com/office/drawing/2014/main" id="{11B69C8E-01BF-4FF1-BC24-6E6521A08C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434" y="6381750"/>
            <a:ext cx="2207684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 descr="fond_rood_websafe">
            <a:extLst>
              <a:ext uri="{FF2B5EF4-FFF2-40B4-BE49-F238E27FC236}">
                <a16:creationId xmlns:a16="http://schemas.microsoft.com/office/drawing/2014/main" id="{924B161E-2691-4A2E-9C88-AD2AAC2516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311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72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9pPr>
    </p:titleStyle>
    <p:bodyStyle>
      <a:lvl1pPr marL="542925" indent="-542925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80000"/>
        <a:buFont typeface="Wingdings" panose="05000000000000000000" pitchFamily="2" charset="2"/>
        <a:buChar char="Ø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922338" indent="-200025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80000"/>
        <a:buFont typeface="Wingdings" panose="05000000000000000000" pitchFamily="2" charset="2"/>
        <a:buChar char="Ø"/>
        <a:defRPr>
          <a:solidFill>
            <a:schemeClr val="tx1"/>
          </a:solidFill>
          <a:latin typeface="+mn-lt"/>
          <a:ea typeface="+mn-ea"/>
        </a:defRPr>
      </a:lvl2pPr>
      <a:lvl3pPr marL="1330325" indent="-228600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80000"/>
        <a:buFont typeface="Wingdings" panose="05000000000000000000" pitchFamily="2" charset="2"/>
        <a:buChar char="Ø"/>
        <a:defRPr sz="1600">
          <a:solidFill>
            <a:schemeClr val="tx1"/>
          </a:solidFill>
          <a:latin typeface="+mn-lt"/>
          <a:ea typeface="+mn-ea"/>
        </a:defRPr>
      </a:lvl3pPr>
      <a:lvl4pPr marL="1738313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  <a:ea typeface="+mn-ea"/>
        </a:defRPr>
      </a:lvl4pPr>
      <a:lvl5pPr marL="21463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5pPr>
      <a:lvl6pPr marL="26035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6pPr>
      <a:lvl7pPr marL="30607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7pPr>
      <a:lvl8pPr marL="35179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8pPr>
      <a:lvl9pPr marL="39751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994F44B-04E6-4EED-A634-5A2A1E922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44233" y="773113"/>
            <a:ext cx="88328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Titel van de slide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452BDEE-635C-4D8E-8184-791C814695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4233" y="2133600"/>
            <a:ext cx="8832851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Klik om de opmaakprofielen van de modeltekst te bewerken</a:t>
            </a:r>
          </a:p>
          <a:p>
            <a:pPr lvl="1"/>
            <a:r>
              <a:rPr lang="en-US" altLang="nl-NL"/>
              <a:t>  Tweede niveau</a:t>
            </a:r>
          </a:p>
          <a:p>
            <a:pPr lvl="2"/>
            <a:r>
              <a:rPr lang="en-US" altLang="nl-NL"/>
              <a:t>  Derde niveau</a:t>
            </a:r>
          </a:p>
        </p:txBody>
      </p:sp>
      <p:pic>
        <p:nvPicPr>
          <p:cNvPr id="4100" name="Picture 4" descr="ppt_format_image2">
            <a:extLst>
              <a:ext uri="{FF2B5EF4-FFF2-40B4-BE49-F238E27FC236}">
                <a16:creationId xmlns:a16="http://schemas.microsoft.com/office/drawing/2014/main" id="{95A5DEF5-14F6-4538-9752-86DDADC87F3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2029884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 descr="HR_Logo_websafe_punt#1015D2">
            <a:extLst>
              <a:ext uri="{FF2B5EF4-FFF2-40B4-BE49-F238E27FC236}">
                <a16:creationId xmlns:a16="http://schemas.microsoft.com/office/drawing/2014/main" id="{B0CB4D0D-3754-46F0-9D6D-7AD9F60505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985" y="5803900"/>
            <a:ext cx="1153583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 descr="OJ-rood_websafe">
            <a:extLst>
              <a:ext uri="{FF2B5EF4-FFF2-40B4-BE49-F238E27FC236}">
                <a16:creationId xmlns:a16="http://schemas.microsoft.com/office/drawing/2014/main" id="{A1D690C3-0BAB-453C-A4B3-EB0DF189B65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434" y="6381750"/>
            <a:ext cx="2207684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 descr="fond_rood_websafe">
            <a:extLst>
              <a:ext uri="{FF2B5EF4-FFF2-40B4-BE49-F238E27FC236}">
                <a16:creationId xmlns:a16="http://schemas.microsoft.com/office/drawing/2014/main" id="{2AE582F1-7FC9-4335-9A93-B51ABA60EB7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311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9pPr>
    </p:titleStyle>
    <p:bodyStyle>
      <a:lvl1pPr marL="542925" indent="-542925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80000"/>
        <a:buFont typeface="Arial" panose="020B0604020202020204" pitchFamily="34" charset="0"/>
        <a:buBlip>
          <a:blip r:embed="rId17"/>
        </a:buBlip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922338" indent="-200025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80000"/>
        <a:buFont typeface="Arial" panose="020B0604020202020204" pitchFamily="34" charset="0"/>
        <a:buBlip>
          <a:blip r:embed="rId17"/>
        </a:buBlip>
        <a:defRPr>
          <a:solidFill>
            <a:schemeClr val="tx1"/>
          </a:solidFill>
          <a:latin typeface="+mn-lt"/>
          <a:ea typeface="+mn-ea"/>
        </a:defRPr>
      </a:lvl2pPr>
      <a:lvl3pPr marL="1330325" indent="-228600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80000"/>
        <a:buFont typeface="Arial" panose="020B0604020202020204" pitchFamily="34" charset="0"/>
        <a:buBlip>
          <a:blip r:embed="rId17"/>
        </a:buBlip>
        <a:defRPr sz="1600">
          <a:solidFill>
            <a:schemeClr val="tx1"/>
          </a:solidFill>
          <a:latin typeface="+mn-lt"/>
          <a:ea typeface="+mn-ea"/>
        </a:defRPr>
      </a:lvl3pPr>
      <a:lvl4pPr marL="1738313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  <a:ea typeface="+mn-ea"/>
        </a:defRPr>
      </a:lvl4pPr>
      <a:lvl5pPr marL="21463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5pPr>
      <a:lvl6pPr marL="26035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6pPr>
      <a:lvl7pPr marL="30607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7pPr>
      <a:lvl8pPr marL="35179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8pPr>
      <a:lvl9pPr marL="39751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A342EEE-AB06-4034-9AAC-A65D05718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07534" y="773113"/>
            <a:ext cx="103695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Titel van de slide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1197E01-4659-4A63-A519-11C77C049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7534" y="2133600"/>
            <a:ext cx="10369551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Klik om de opmaakprofielen van de modeltekst te bewerken</a:t>
            </a:r>
          </a:p>
          <a:p>
            <a:pPr lvl="1"/>
            <a:r>
              <a:rPr lang="en-US" altLang="nl-NL"/>
              <a:t>  Tweede niveau</a:t>
            </a:r>
          </a:p>
          <a:p>
            <a:pPr lvl="2"/>
            <a:r>
              <a:rPr lang="en-US" altLang="nl-NL"/>
              <a:t>  Derde niveau</a:t>
            </a:r>
          </a:p>
        </p:txBody>
      </p:sp>
      <p:pic>
        <p:nvPicPr>
          <p:cNvPr id="5124" name="Picture 5" descr="HR_Logo_websafe_punt#1015D2">
            <a:extLst>
              <a:ext uri="{FF2B5EF4-FFF2-40B4-BE49-F238E27FC236}">
                <a16:creationId xmlns:a16="http://schemas.microsoft.com/office/drawing/2014/main" id="{EF546425-D66A-4FE3-B659-A369CC40FF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985" y="5803900"/>
            <a:ext cx="1153583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6" descr="OJ-rood_websafe">
            <a:extLst>
              <a:ext uri="{FF2B5EF4-FFF2-40B4-BE49-F238E27FC236}">
                <a16:creationId xmlns:a16="http://schemas.microsoft.com/office/drawing/2014/main" id="{F0D065C2-53D4-478C-83D0-95D91BDFA80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434" y="6381750"/>
            <a:ext cx="2207684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7" descr="fond_rood_websafe">
            <a:extLst>
              <a:ext uri="{FF2B5EF4-FFF2-40B4-BE49-F238E27FC236}">
                <a16:creationId xmlns:a16="http://schemas.microsoft.com/office/drawing/2014/main" id="{716B3672-610C-4539-A72D-6EE86D81CE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311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Verdana" pitchFamily="34" charset="0"/>
          <a:ea typeface="ＭＳ Ｐゴシック" pitchFamily="34" charset="-128"/>
        </a:defRPr>
      </a:lvl9pPr>
    </p:titleStyle>
    <p:bodyStyle>
      <a:lvl1pPr marL="542925" indent="-542925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80000"/>
        <a:buFont typeface="Arial" panose="020B0604020202020204" pitchFamily="34" charset="0"/>
        <a:buBlip>
          <a:blip r:embed="rId16"/>
        </a:buBlip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922338" indent="-200025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80000"/>
        <a:buFont typeface="Arial" panose="020B0604020202020204" pitchFamily="34" charset="0"/>
        <a:buBlip>
          <a:blip r:embed="rId16"/>
        </a:buBlip>
        <a:defRPr>
          <a:solidFill>
            <a:schemeClr val="tx1"/>
          </a:solidFill>
          <a:latin typeface="+mn-lt"/>
          <a:ea typeface="+mn-ea"/>
        </a:defRPr>
      </a:lvl2pPr>
      <a:lvl3pPr marL="1330325" indent="-228600" algn="l" rtl="0" eaLnBrk="0" fontAlgn="base" hangingPunct="0">
        <a:spcBef>
          <a:spcPct val="20000"/>
        </a:spcBef>
        <a:spcAft>
          <a:spcPct val="0"/>
        </a:spcAft>
        <a:buClr>
          <a:srgbClr val="CE0044"/>
        </a:buClr>
        <a:buSzPct val="80000"/>
        <a:buFont typeface="Arial" panose="020B0604020202020204" pitchFamily="34" charset="0"/>
        <a:buBlip>
          <a:blip r:embed="rId16"/>
        </a:buBlip>
        <a:defRPr sz="1600">
          <a:solidFill>
            <a:schemeClr val="tx1"/>
          </a:solidFill>
          <a:latin typeface="+mn-lt"/>
          <a:ea typeface="+mn-ea"/>
        </a:defRPr>
      </a:lvl3pPr>
      <a:lvl4pPr marL="1738313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  <a:ea typeface="+mn-ea"/>
        </a:defRPr>
      </a:lvl4pPr>
      <a:lvl5pPr marL="21463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5pPr>
      <a:lvl6pPr marL="26035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6pPr>
      <a:lvl7pPr marL="30607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7pPr>
      <a:lvl8pPr marL="35179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8pPr>
      <a:lvl9pPr marL="39751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46DE98B-1EF6-9B49-A614-24BD8D5B4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B95E89F-39D4-6246-B49F-71F2D0FA2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</a:t>
            </a:r>
            <a:r>
              <a:rPr lang="nl-NL" err="1"/>
              <a:t>tekststjil</a:t>
            </a:r>
            <a:r>
              <a:rPr lang="nl-NL"/>
              <a:t>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710300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73" r:id="rId3"/>
    <p:sldLayoutId id="2147483660" r:id="rId4"/>
    <p:sldLayoutId id="2147483662" r:id="rId5"/>
    <p:sldLayoutId id="2147483650" r:id="rId6"/>
    <p:sldLayoutId id="2147483663" r:id="rId7"/>
    <p:sldLayoutId id="2147483652" r:id="rId8"/>
    <p:sldLayoutId id="2147483653" r:id="rId9"/>
    <p:sldLayoutId id="2147483664" r:id="rId10"/>
    <p:sldLayoutId id="2147483665" r:id="rId11"/>
    <p:sldLayoutId id="2147483666" r:id="rId12"/>
    <p:sldLayoutId id="2147483669" r:id="rId13"/>
    <p:sldLayoutId id="2147483654" r:id="rId14"/>
    <p:sldLayoutId id="2147483671" r:id="rId15"/>
    <p:sldLayoutId id="2147483672" r:id="rId16"/>
    <p:sldLayoutId id="2147483726" r:id="rId17"/>
    <p:sldLayoutId id="2147483727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>
          <a:solidFill>
            <a:srgbClr val="0B485F"/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D4104B"/>
        </a:buClr>
        <a:buFont typeface="Arial" panose="020B0604020202020204" pitchFamily="34" charset="0"/>
        <a:buChar char="•"/>
        <a:defRPr sz="2400" kern="1200">
          <a:solidFill>
            <a:srgbClr val="0B485F"/>
          </a:solidFill>
          <a:latin typeface="Poppins" pitchFamily="2" charset="77"/>
          <a:ea typeface="+mn-ea"/>
          <a:cs typeface="Poppi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4104B"/>
        </a:buClr>
        <a:buFont typeface="Arial" panose="020B0604020202020204" pitchFamily="34" charset="0"/>
        <a:buChar char="•"/>
        <a:defRPr sz="2200" kern="1200">
          <a:solidFill>
            <a:srgbClr val="0B485F"/>
          </a:solidFill>
          <a:latin typeface="Poppins" pitchFamily="2" charset="77"/>
          <a:ea typeface="+mn-ea"/>
          <a:cs typeface="Poppins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4104B"/>
        </a:buClr>
        <a:buFont typeface="Arial" panose="020B0604020202020204" pitchFamily="34" charset="0"/>
        <a:buChar char="•"/>
        <a:defRPr sz="2000" kern="1200">
          <a:solidFill>
            <a:srgbClr val="0B485F"/>
          </a:solidFill>
          <a:latin typeface="Poppins" pitchFamily="2" charset="77"/>
          <a:ea typeface="+mn-ea"/>
          <a:cs typeface="Poppins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4104B"/>
        </a:buClr>
        <a:buFont typeface="Arial" panose="020B0604020202020204" pitchFamily="34" charset="0"/>
        <a:buChar char="•"/>
        <a:defRPr sz="1800" kern="1200">
          <a:solidFill>
            <a:srgbClr val="0B485F"/>
          </a:solidFill>
          <a:latin typeface="Poppins" pitchFamily="2" charset="77"/>
          <a:ea typeface="+mn-ea"/>
          <a:cs typeface="Poppins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D4104B"/>
        </a:buClr>
        <a:buFont typeface="Arial" panose="020B0604020202020204" pitchFamily="34" charset="0"/>
        <a:buChar char="•"/>
        <a:defRPr sz="1800" kern="1200">
          <a:solidFill>
            <a:srgbClr val="0B485F"/>
          </a:solidFill>
          <a:latin typeface="Poppins" pitchFamily="2" charset="77"/>
          <a:ea typeface="+mn-ea"/>
          <a:cs typeface="Poppi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002AC5-2C19-6C44-6F7C-119A0397F8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>
                <a:latin typeface="Poppins"/>
                <a:cs typeface="Poppins"/>
              </a:rPr>
              <a:t>OODP </a:t>
            </a:r>
            <a:endParaRPr lang="nl-NL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3303D14-7658-905A-9A64-3A3A7317FB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err="1">
                <a:latin typeface="Poppins"/>
                <a:cs typeface="Poppins"/>
              </a:rPr>
              <a:t>Introduction</a:t>
            </a:r>
            <a:r>
              <a:rPr lang="nl-NL">
                <a:latin typeface="Poppins"/>
                <a:cs typeface="Poppins"/>
              </a:rPr>
              <a:t> semester 2</a:t>
            </a:r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48F1D76-86F7-F3B7-8387-B24B9AF2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AD314-8FDF-214D-BC27-1074B310513D}" type="datetime1">
              <a:rPr lang="nl-NL" smtClean="0"/>
              <a:t>13-7-2026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6782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433CE4A-9B02-FCE5-3D4B-028FF47CE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Poppins"/>
                <a:cs typeface="Poppins"/>
              </a:rPr>
              <a:t>In Basecamp you learned the basics of programming and professional skills. </a:t>
            </a:r>
            <a:endParaRPr lang="en-US"/>
          </a:p>
          <a:p>
            <a:endParaRPr lang="en-US">
              <a:latin typeface="Poppins"/>
              <a:cs typeface="Poppins"/>
            </a:endParaRPr>
          </a:p>
          <a:p>
            <a:r>
              <a:rPr lang="en-US">
                <a:latin typeface="Poppins"/>
                <a:cs typeface="Poppins"/>
              </a:rPr>
              <a:t>In this semester you will go into more depth: you will work together in a team on a complex product; </a:t>
            </a:r>
            <a:endParaRPr lang="en-US"/>
          </a:p>
          <a:p>
            <a:endParaRPr lang="en-US">
              <a:latin typeface="Poppins"/>
              <a:cs typeface="Poppins"/>
            </a:endParaRPr>
          </a:p>
          <a:p>
            <a:r>
              <a:rPr lang="en-US">
                <a:latin typeface="Poppins"/>
                <a:cs typeface="Poppins"/>
              </a:rPr>
              <a:t>And you will further develop your professional skills, you will learn the concepts of object-oriented programming.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D02A7E7-BDD2-E4C3-AB99-A9FAF220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err="1"/>
              <a:t>Introduction</a:t>
            </a:r>
            <a:r>
              <a:rPr lang="nl-NL" b="1"/>
              <a:t> - The second semester!</a:t>
            </a:r>
          </a:p>
        </p:txBody>
      </p:sp>
    </p:spTree>
    <p:extLst>
      <p:ext uri="{BB962C8B-B14F-4D97-AF65-F5344CB8AC3E}">
        <p14:creationId xmlns:p14="http://schemas.microsoft.com/office/powerpoint/2010/main" val="2329693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EAAA-FA1F-5A39-3362-66E3F79B3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B08DF8-691D-8257-0F94-746227600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fontAlgn="base"/>
            <a:r>
              <a:rPr lang="en-US" dirty="0">
                <a:latin typeface="Poppins"/>
                <a:cs typeface="Poppins"/>
              </a:rPr>
              <a:t>The course consists of two parts: </a:t>
            </a:r>
            <a:r>
              <a:rPr lang="en-US" b="1" dirty="0" err="1">
                <a:latin typeface="Poppins"/>
                <a:cs typeface="Poppins"/>
              </a:rPr>
              <a:t>Realisation</a:t>
            </a:r>
            <a:r>
              <a:rPr lang="en-US" b="1" dirty="0">
                <a:latin typeface="Poppins"/>
                <a:cs typeface="Poppins"/>
              </a:rPr>
              <a:t> and Professional skills</a:t>
            </a:r>
            <a:r>
              <a:rPr lang="en-US" dirty="0">
                <a:latin typeface="Poppins"/>
                <a:cs typeface="Poppins"/>
              </a:rPr>
              <a:t>. You will work on both parts as an individual and in a team context. </a:t>
            </a:r>
          </a:p>
          <a:p>
            <a:pPr fontAlgn="base"/>
            <a:endParaRPr lang="en-US"/>
          </a:p>
          <a:p>
            <a:pPr fontAlgn="base"/>
            <a:r>
              <a:rPr lang="en-US" dirty="0">
                <a:latin typeface="Poppins"/>
                <a:cs typeface="Poppins"/>
              </a:rPr>
              <a:t>This means that you </a:t>
            </a:r>
            <a:r>
              <a:rPr lang="en-US" b="1">
                <a:latin typeface="Poppins"/>
                <a:cs typeface="Poppins"/>
              </a:rPr>
              <a:t>practice the theory of OODP (LAB) individually</a:t>
            </a:r>
            <a:r>
              <a:rPr lang="en-US" dirty="0">
                <a:latin typeface="Poppins"/>
                <a:cs typeface="Poppins"/>
              </a:rPr>
              <a:t> and then apply this in the project that you are working on as a team.</a:t>
            </a:r>
          </a:p>
          <a:p>
            <a:pPr fontAlgn="base"/>
            <a:br>
              <a:rPr lang="en-US" dirty="0"/>
            </a:br>
            <a:br>
              <a:rPr lang="en-US" dirty="0"/>
            </a:br>
            <a:r>
              <a:rPr lang="en-US" dirty="0">
                <a:latin typeface="Poppins"/>
                <a:cs typeface="Poppins"/>
              </a:rPr>
              <a:t>The </a:t>
            </a:r>
            <a:r>
              <a:rPr lang="en-US" b="1" dirty="0">
                <a:latin typeface="Poppins"/>
                <a:cs typeface="Poppins"/>
              </a:rPr>
              <a:t>professional skills</a:t>
            </a:r>
            <a:r>
              <a:rPr lang="en-US" dirty="0">
                <a:latin typeface="Poppins"/>
                <a:cs typeface="Poppins"/>
              </a:rPr>
              <a:t> are reflected in your attitude and </a:t>
            </a:r>
            <a:r>
              <a:rPr lang="en-US" dirty="0" err="1">
                <a:latin typeface="Poppins"/>
                <a:cs typeface="Poppins"/>
              </a:rPr>
              <a:t>behaviour</a:t>
            </a:r>
            <a:r>
              <a:rPr lang="en-US" dirty="0">
                <a:latin typeface="Poppins"/>
                <a:cs typeface="Poppins"/>
              </a:rPr>
              <a:t>, your role within the team and how you apply the scrum methodology as a team. </a:t>
            </a:r>
            <a:endParaRPr lang="en-US" sz="1800" dirty="0">
              <a:latin typeface="Poppins"/>
              <a:cs typeface="Poppins"/>
            </a:endParaRPr>
          </a:p>
          <a:p>
            <a:pPr>
              <a:spcAft>
                <a:spcPct val="0"/>
              </a:spcAft>
            </a:pPr>
            <a:endParaRPr lang="en-US" sz="1800">
              <a:latin typeface="Poppins"/>
              <a:cs typeface="Poppins"/>
            </a:endParaRPr>
          </a:p>
          <a:p>
            <a:pPr>
              <a:spcAft>
                <a:spcPct val="0"/>
              </a:spcAft>
            </a:pPr>
            <a:endParaRPr lang="en-US" sz="1800">
              <a:latin typeface="Poppins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BBA92-5488-4A01-F565-05FABAE5E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err="1">
                <a:latin typeface="Poppins"/>
                <a:cs typeface="Poppins"/>
              </a:rPr>
              <a:t>Introduction</a:t>
            </a:r>
            <a:r>
              <a:rPr lang="nl-NL" b="1">
                <a:latin typeface="Poppins"/>
                <a:cs typeface="Poppins"/>
              </a:rPr>
              <a:t>  - </a:t>
            </a:r>
            <a:r>
              <a:rPr lang="nl-NL" b="1" err="1">
                <a:latin typeface="Poppins"/>
                <a:cs typeface="Poppins"/>
              </a:rPr>
              <a:t>Structure</a:t>
            </a:r>
            <a:r>
              <a:rPr lang="nl-NL" b="1">
                <a:latin typeface="Poppins"/>
                <a:cs typeface="Poppins"/>
              </a:rPr>
              <a:t> course  </a:t>
            </a:r>
          </a:p>
        </p:txBody>
      </p:sp>
    </p:spTree>
    <p:extLst>
      <p:ext uri="{BB962C8B-B14F-4D97-AF65-F5344CB8AC3E}">
        <p14:creationId xmlns:p14="http://schemas.microsoft.com/office/powerpoint/2010/main" val="834708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FD3E-14AF-7803-BE3F-521C6412D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DE0D16-148C-6CC1-0A59-E6E32151E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fontAlgn="base"/>
            <a:r>
              <a:rPr lang="en-US">
                <a:latin typeface="Poppins"/>
                <a:cs typeface="Poppins"/>
              </a:rPr>
              <a:t>In Basecamp, you have learned to program in Python. In this semester, the </a:t>
            </a:r>
            <a:r>
              <a:rPr lang="en-US" b="1">
                <a:latin typeface="Poppins"/>
                <a:cs typeface="Poppins"/>
              </a:rPr>
              <a:t>programming language is C#. </a:t>
            </a:r>
          </a:p>
          <a:p>
            <a:pPr fontAlgn="base"/>
            <a:endParaRPr lang="en-US"/>
          </a:p>
          <a:p>
            <a:pPr fontAlgn="base"/>
            <a:r>
              <a:rPr lang="en-US">
                <a:latin typeface="Poppins"/>
                <a:cs typeface="Poppins"/>
              </a:rPr>
              <a:t>In the first weeks, you will learn the basics of C# and the key differences between C# and Python. </a:t>
            </a:r>
          </a:p>
          <a:p>
            <a:pPr fontAlgn="base"/>
            <a:endParaRPr lang="en-US"/>
          </a:p>
          <a:p>
            <a:pPr fontAlgn="base"/>
            <a:r>
              <a:rPr lang="en-US">
                <a:latin typeface="Poppins"/>
                <a:cs typeface="Poppins"/>
              </a:rPr>
              <a:t>You will also work on Project Alpha. This project is intended to experience: </a:t>
            </a:r>
            <a:endParaRPr lang="en-US" sz="1800">
              <a:latin typeface="Poppins"/>
              <a:cs typeface="Poppins"/>
            </a:endParaRPr>
          </a:p>
          <a:p>
            <a:r>
              <a:rPr lang="en-US">
                <a:latin typeface="Poppins"/>
                <a:cs typeface="Poppins"/>
              </a:rPr>
              <a:t>-what it is like to work together on a project, </a:t>
            </a:r>
            <a:endParaRPr lang="en-US" sz="1800">
              <a:latin typeface="Poppins"/>
              <a:cs typeface="Poppins"/>
            </a:endParaRPr>
          </a:p>
          <a:p>
            <a:r>
              <a:rPr lang="en-US">
                <a:latin typeface="Poppins"/>
                <a:cs typeface="Poppins"/>
              </a:rPr>
              <a:t>-to use the scrum methodology and </a:t>
            </a:r>
            <a:endParaRPr lang="en-US" sz="1800">
              <a:latin typeface="Poppins"/>
              <a:cs typeface="Poppins"/>
            </a:endParaRPr>
          </a:p>
          <a:p>
            <a:r>
              <a:rPr lang="en-US">
                <a:latin typeface="Poppins"/>
                <a:cs typeface="Poppins"/>
              </a:rPr>
              <a:t>-to apply the first concepts of C# in a project. </a:t>
            </a:r>
            <a:endParaRPr lang="en-US" sz="1800">
              <a:latin typeface="Poppins"/>
              <a:cs typeface="Poppins"/>
            </a:endParaRPr>
          </a:p>
          <a:p>
            <a:pPr>
              <a:spcAft>
                <a:spcPct val="0"/>
              </a:spcAft>
            </a:pPr>
            <a:endParaRPr lang="en-US" sz="1800">
              <a:latin typeface="Poppins"/>
              <a:cs typeface="Poppins"/>
            </a:endParaRPr>
          </a:p>
          <a:p>
            <a:pPr>
              <a:spcAft>
                <a:spcPct val="0"/>
              </a:spcAft>
            </a:pPr>
            <a:endParaRPr lang="en-US" sz="1800">
              <a:latin typeface="Poppins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1D564-3109-9AB6-3B26-5C5C2E84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err="1">
                <a:latin typeface="Poppins"/>
                <a:cs typeface="Poppins"/>
              </a:rPr>
              <a:t>Introduction</a:t>
            </a:r>
            <a:r>
              <a:rPr lang="nl-NL" b="1">
                <a:latin typeface="Poppins"/>
                <a:cs typeface="Poppins"/>
              </a:rPr>
              <a:t>  - </a:t>
            </a:r>
            <a:r>
              <a:rPr lang="nl-NL" b="1" err="1">
                <a:latin typeface="Poppins"/>
                <a:cs typeface="Poppins"/>
              </a:rPr>
              <a:t>Structure</a:t>
            </a:r>
            <a:r>
              <a:rPr lang="nl-NL" b="1">
                <a:latin typeface="Poppins"/>
                <a:cs typeface="Poppins"/>
              </a:rPr>
              <a:t> course </a:t>
            </a:r>
          </a:p>
        </p:txBody>
      </p:sp>
    </p:spTree>
    <p:extLst>
      <p:ext uri="{BB962C8B-B14F-4D97-AF65-F5344CB8AC3E}">
        <p14:creationId xmlns:p14="http://schemas.microsoft.com/office/powerpoint/2010/main" val="4081165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3F376-60B9-1FE6-629F-89C3325F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DDB662-4C41-656A-3862-ECA8A2983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fontAlgn="base"/>
            <a:r>
              <a:rPr lang="en-US" dirty="0">
                <a:latin typeface="Poppins"/>
                <a:cs typeface="Poppins"/>
              </a:rPr>
              <a:t>After Project Alpha, the main project starts: develop a console application. </a:t>
            </a:r>
            <a:endParaRPr lang="en-US" dirty="0"/>
          </a:p>
          <a:p>
            <a:endParaRPr lang="en-US">
              <a:latin typeface="Poppins"/>
              <a:cs typeface="Poppins"/>
            </a:endParaRPr>
          </a:p>
          <a:p>
            <a:r>
              <a:rPr lang="en-US">
                <a:latin typeface="Poppins"/>
                <a:cs typeface="Poppins"/>
              </a:rPr>
              <a:t>You will learn even more object-oriented (OO) concepts in LAB, which you can implement in this application. </a:t>
            </a:r>
            <a:br>
              <a:rPr lang="en-US" dirty="0"/>
            </a:br>
            <a:endParaRPr lang="en-US"/>
          </a:p>
          <a:p>
            <a:pPr fontAlgn="base"/>
            <a:r>
              <a:rPr lang="en-US">
                <a:latin typeface="Poppins"/>
                <a:cs typeface="Poppins"/>
              </a:rPr>
              <a:t>In this semester it is not only about programming and developing the application: </a:t>
            </a:r>
            <a:r>
              <a:rPr lang="en-US" b="1">
                <a:latin typeface="Poppins"/>
                <a:cs typeface="Poppins"/>
              </a:rPr>
              <a:t>collaboration</a:t>
            </a:r>
            <a:r>
              <a:rPr lang="en-US">
                <a:latin typeface="Poppins"/>
                <a:cs typeface="Poppins"/>
              </a:rPr>
              <a:t>, </a:t>
            </a:r>
            <a:r>
              <a:rPr lang="en-US" b="1">
                <a:latin typeface="Poppins"/>
                <a:cs typeface="Poppins"/>
              </a:rPr>
              <a:t>testing </a:t>
            </a:r>
            <a:r>
              <a:rPr lang="en-US">
                <a:latin typeface="Poppins"/>
                <a:cs typeface="Poppins"/>
              </a:rPr>
              <a:t>and a </a:t>
            </a:r>
            <a:r>
              <a:rPr lang="en-US" b="1">
                <a:latin typeface="Poppins"/>
                <a:cs typeface="Poppins"/>
              </a:rPr>
              <a:t>professional attitude </a:t>
            </a:r>
            <a:r>
              <a:rPr lang="en-US">
                <a:latin typeface="Poppins"/>
                <a:cs typeface="Poppins"/>
              </a:rPr>
              <a:t>are also an important part of OODP. </a:t>
            </a:r>
          </a:p>
          <a:p>
            <a:pPr fontAlgn="base"/>
            <a:endParaRPr lang="en-US"/>
          </a:p>
          <a:p>
            <a:pPr fontAlgn="base"/>
            <a:r>
              <a:rPr lang="en-US"/>
              <a:t>The course is concluded with a digital exam (individual) and the delivery and presentation of the console application and the documents (team and individual assessment). </a:t>
            </a:r>
            <a:endParaRPr lang="en-US" sz="1800">
              <a:latin typeface="Poppins"/>
              <a:cs typeface="Poppins"/>
            </a:endParaRPr>
          </a:p>
          <a:p>
            <a:pPr>
              <a:spcAft>
                <a:spcPct val="0"/>
              </a:spcAft>
            </a:pPr>
            <a:endParaRPr lang="en-US" sz="1800">
              <a:latin typeface="Poppins"/>
              <a:cs typeface="Poppins"/>
            </a:endParaRPr>
          </a:p>
          <a:p>
            <a:pPr>
              <a:spcAft>
                <a:spcPct val="0"/>
              </a:spcAft>
            </a:pPr>
            <a:endParaRPr lang="en-US" sz="1800">
              <a:latin typeface="Poppins"/>
              <a:cs typeface="Poppins"/>
            </a:endParaRPr>
          </a:p>
          <a:p>
            <a:pPr>
              <a:spcAft>
                <a:spcPct val="0"/>
              </a:spcAft>
            </a:pPr>
            <a:endParaRPr lang="en-US" sz="1800">
              <a:latin typeface="Poppins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D4AF63-7FE5-9C88-0989-5EF506C2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err="1">
                <a:latin typeface="Poppins"/>
                <a:cs typeface="Poppins"/>
              </a:rPr>
              <a:t>Introduction</a:t>
            </a:r>
            <a:r>
              <a:rPr lang="nl-NL" b="1">
                <a:latin typeface="Poppins"/>
                <a:cs typeface="Poppins"/>
              </a:rPr>
              <a:t>  - </a:t>
            </a:r>
            <a:r>
              <a:rPr lang="nl-NL" b="1" err="1">
                <a:latin typeface="Poppins"/>
                <a:cs typeface="Poppins"/>
              </a:rPr>
              <a:t>Structure</a:t>
            </a:r>
            <a:r>
              <a:rPr lang="nl-NL" b="1">
                <a:latin typeface="Poppins"/>
                <a:cs typeface="Poppins"/>
              </a:rPr>
              <a:t> course </a:t>
            </a:r>
          </a:p>
        </p:txBody>
      </p:sp>
    </p:spTree>
    <p:extLst>
      <p:ext uri="{BB962C8B-B14F-4D97-AF65-F5344CB8AC3E}">
        <p14:creationId xmlns:p14="http://schemas.microsoft.com/office/powerpoint/2010/main" val="3181044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A197F5-0DC9-1623-9240-39E645607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059"/>
            <a:ext cx="10515600" cy="49669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ct val="0"/>
              </a:spcAft>
            </a:pPr>
            <a:r>
              <a:rPr lang="nl-NL" sz="1800">
                <a:latin typeface="Poppins"/>
                <a:cs typeface="Poppins"/>
              </a:rPr>
              <a:t>- Two</a:t>
            </a:r>
            <a:r>
              <a:rPr lang="nl-NL" sz="1800" dirty="0">
                <a:latin typeface="Poppins"/>
                <a:cs typeface="Poppins"/>
              </a:rPr>
              <a:t> </a:t>
            </a:r>
            <a:r>
              <a:rPr lang="nl-NL" sz="1800">
                <a:latin typeface="Poppins"/>
                <a:cs typeface="Poppins"/>
              </a:rPr>
              <a:t>days on-site every week: 12 hours in total</a:t>
            </a:r>
          </a:p>
          <a:p>
            <a:pPr>
              <a:spcAft>
                <a:spcPct val="0"/>
              </a:spcAft>
            </a:pPr>
            <a:r>
              <a:rPr lang="nl-NL" sz="1800">
                <a:latin typeface="Poppins"/>
                <a:cs typeface="Poppins"/>
              </a:rPr>
              <a:t>- ± 500 unsupervised</a:t>
            </a:r>
            <a:r>
              <a:rPr lang="nl-NL" sz="1800" dirty="0">
                <a:latin typeface="Poppins"/>
                <a:cs typeface="Poppins"/>
              </a:rPr>
              <a:t> </a:t>
            </a:r>
            <a:r>
              <a:rPr lang="nl-NL" sz="1800">
                <a:latin typeface="Poppins"/>
                <a:cs typeface="Poppins"/>
              </a:rPr>
              <a:t>hours in total</a:t>
            </a:r>
            <a:r>
              <a:rPr lang="nl-NL" sz="1800" dirty="0">
                <a:latin typeface="Poppins"/>
                <a:cs typeface="Poppins"/>
              </a:rPr>
              <a:t> </a:t>
            </a:r>
            <a:r>
              <a:rPr lang="nl-NL" sz="1800">
                <a:latin typeface="Poppins"/>
                <a:cs typeface="Poppins"/>
              </a:rPr>
              <a:t>for</a:t>
            </a:r>
            <a:r>
              <a:rPr lang="nl-NL" sz="1800" dirty="0">
                <a:latin typeface="Poppins"/>
                <a:cs typeface="Poppins"/>
              </a:rPr>
              <a:t> </a:t>
            </a:r>
            <a:r>
              <a:rPr lang="nl-NL" sz="1800">
                <a:latin typeface="Poppins"/>
                <a:cs typeface="Poppins"/>
              </a:rPr>
              <a:t>selfstudy, making the</a:t>
            </a:r>
            <a:r>
              <a:rPr lang="nl-NL" sz="1800" dirty="0">
                <a:latin typeface="Poppins"/>
                <a:cs typeface="Poppins"/>
              </a:rPr>
              <a:t> </a:t>
            </a:r>
            <a:r>
              <a:rPr lang="nl-NL" sz="1800">
                <a:latin typeface="Poppins"/>
                <a:cs typeface="Poppins"/>
              </a:rPr>
              <a:t>assignments</a:t>
            </a:r>
            <a:r>
              <a:rPr lang="nl-NL" sz="1800" dirty="0">
                <a:latin typeface="Poppins"/>
                <a:cs typeface="Poppins"/>
              </a:rPr>
              <a:t> </a:t>
            </a:r>
            <a:r>
              <a:rPr lang="nl-NL" sz="1800">
                <a:latin typeface="Poppins"/>
                <a:cs typeface="Poppins"/>
              </a:rPr>
              <a:t>and</a:t>
            </a:r>
            <a:r>
              <a:rPr lang="nl-NL" sz="1800" dirty="0">
                <a:latin typeface="Poppins"/>
                <a:cs typeface="Poppins"/>
              </a:rPr>
              <a:t>  </a:t>
            </a:r>
            <a:r>
              <a:rPr lang="nl-NL" sz="1800">
                <a:latin typeface="Poppins"/>
                <a:cs typeface="Poppins"/>
              </a:rPr>
              <a:t>working on the project and have team meetings</a:t>
            </a:r>
          </a:p>
          <a:p>
            <a:pPr>
              <a:spcAft>
                <a:spcPct val="0"/>
              </a:spcAft>
            </a:pPr>
            <a:r>
              <a:rPr lang="nl-NL" sz="1800">
                <a:latin typeface="Poppins"/>
                <a:cs typeface="Poppins"/>
              </a:rPr>
              <a:t>- Attendance is mandatory (Late counts as half absent)</a:t>
            </a:r>
          </a:p>
          <a:p>
            <a:pPr>
              <a:spcAft>
                <a:spcPct val="0"/>
              </a:spcAft>
            </a:pPr>
            <a:r>
              <a:rPr lang="nl-NL" sz="1800">
                <a:latin typeface="Poppins"/>
                <a:cs typeface="Poppins"/>
              </a:rPr>
              <a:t>- Every class consist of both</a:t>
            </a:r>
            <a:r>
              <a:rPr lang="nl-NL" sz="1800" dirty="0">
                <a:latin typeface="Poppins"/>
                <a:cs typeface="Poppins"/>
              </a:rPr>
              <a:t> </a:t>
            </a:r>
            <a:r>
              <a:rPr lang="nl-NL" sz="1800">
                <a:latin typeface="Poppins"/>
                <a:cs typeface="Poppins"/>
              </a:rPr>
              <a:t>parts: working</a:t>
            </a:r>
            <a:r>
              <a:rPr lang="nl-NL" sz="1800" dirty="0">
                <a:latin typeface="Poppins"/>
                <a:cs typeface="Poppins"/>
              </a:rPr>
              <a:t> </a:t>
            </a:r>
            <a:r>
              <a:rPr lang="nl-NL" sz="1800">
                <a:latin typeface="Poppins"/>
                <a:cs typeface="Poppins"/>
              </a:rPr>
              <a:t>individually on your</a:t>
            </a:r>
            <a:r>
              <a:rPr lang="nl-NL" sz="1800" dirty="0">
                <a:latin typeface="Poppins"/>
                <a:cs typeface="Poppins"/>
              </a:rPr>
              <a:t> </a:t>
            </a:r>
            <a:r>
              <a:rPr lang="nl-NL" sz="1800">
                <a:latin typeface="Poppins"/>
                <a:cs typeface="Poppins"/>
              </a:rPr>
              <a:t>theoretical</a:t>
            </a:r>
            <a:r>
              <a:rPr lang="nl-NL" sz="1800" dirty="0">
                <a:latin typeface="Poppins"/>
                <a:cs typeface="Poppins"/>
              </a:rPr>
              <a:t> </a:t>
            </a:r>
            <a:r>
              <a:rPr lang="nl-NL" sz="1800">
                <a:latin typeface="Poppins"/>
                <a:cs typeface="Poppins"/>
              </a:rPr>
              <a:t>knowledge</a:t>
            </a:r>
            <a:r>
              <a:rPr lang="nl-NL" sz="1800" dirty="0">
                <a:latin typeface="Poppins"/>
                <a:cs typeface="Poppins"/>
              </a:rPr>
              <a:t> </a:t>
            </a:r>
            <a:r>
              <a:rPr lang="nl-NL" sz="1800">
                <a:latin typeface="Poppins"/>
                <a:cs typeface="Poppins"/>
              </a:rPr>
              <a:t>and</a:t>
            </a:r>
            <a:r>
              <a:rPr lang="nl-NL" sz="1800" dirty="0">
                <a:latin typeface="Poppins"/>
                <a:cs typeface="Poppins"/>
              </a:rPr>
              <a:t> </a:t>
            </a:r>
            <a:r>
              <a:rPr lang="nl-NL" sz="1800">
                <a:latin typeface="Poppins"/>
                <a:cs typeface="Poppins"/>
              </a:rPr>
              <a:t>programming skills and as a team on the project. </a:t>
            </a:r>
            <a:endParaRPr lang="nl-NL" sz="1800" b="1">
              <a:latin typeface="Poppins"/>
              <a:cs typeface="Poppins"/>
            </a:endParaRPr>
          </a:p>
          <a:p>
            <a:pPr>
              <a:spcAft>
                <a:spcPct val="0"/>
              </a:spcAft>
            </a:pPr>
            <a:r>
              <a:rPr lang="nl-NL" sz="1800">
                <a:latin typeface="Poppins"/>
                <a:cs typeface="Poppins"/>
              </a:rPr>
              <a:t>- Two</a:t>
            </a:r>
            <a:r>
              <a:rPr lang="nl-NL" sz="1800" dirty="0">
                <a:latin typeface="Poppins"/>
                <a:cs typeface="Poppins"/>
              </a:rPr>
              <a:t> </a:t>
            </a:r>
            <a:r>
              <a:rPr lang="nl-NL" sz="1800">
                <a:latin typeface="Poppins"/>
                <a:cs typeface="Poppins"/>
              </a:rPr>
              <a:t>teachers</a:t>
            </a:r>
            <a:r>
              <a:rPr lang="nl-NL" sz="1800" dirty="0">
                <a:latin typeface="Poppins"/>
                <a:cs typeface="Poppins"/>
              </a:rPr>
              <a:t> </a:t>
            </a:r>
            <a:endParaRPr lang="nl-NL" sz="1800" dirty="0">
              <a:solidFill>
                <a:schemeClr val="bg1"/>
              </a:solidFill>
              <a:latin typeface="Poppins"/>
              <a:cs typeface="Poppins"/>
            </a:endParaRPr>
          </a:p>
          <a:p>
            <a:pPr>
              <a:spcAft>
                <a:spcPct val="0"/>
              </a:spcAft>
            </a:pPr>
            <a:r>
              <a:rPr lang="nl-NL" sz="1800">
                <a:latin typeface="Poppins"/>
                <a:cs typeface="Poppins"/>
              </a:rPr>
              <a:t>- 27 ECTS </a:t>
            </a:r>
            <a:endParaRPr lang="nl-NL" sz="1800"/>
          </a:p>
          <a:p>
            <a:pPr>
              <a:spcAft>
                <a:spcPct val="0"/>
              </a:spcAft>
            </a:pPr>
            <a:endParaRPr lang="nl-NL" sz="1800">
              <a:latin typeface="Poppins"/>
              <a:cs typeface="Poppins"/>
            </a:endParaRPr>
          </a:p>
          <a:p>
            <a:r>
              <a:rPr lang="en-IE" sz="1800">
                <a:latin typeface="Poppins"/>
                <a:cs typeface="Poppins"/>
              </a:rPr>
              <a:t>-You’ll pass this semester if:  </a:t>
            </a:r>
            <a:endParaRPr lang="en-US" sz="1800">
              <a:latin typeface="Poppins"/>
              <a:cs typeface="Poppins"/>
            </a:endParaRPr>
          </a:p>
          <a:p>
            <a:r>
              <a:rPr lang="en-IE" sz="1800">
                <a:latin typeface="Poppins"/>
                <a:cs typeface="Poppins"/>
              </a:rPr>
              <a:t>  Your digital exam is at least graded 5.5, </a:t>
            </a:r>
            <a:r>
              <a:rPr lang="en-IE" sz="1800" b="1" u="sng">
                <a:latin typeface="Poppins"/>
                <a:cs typeface="Poppins"/>
              </a:rPr>
              <a:t>and </a:t>
            </a:r>
            <a:endParaRPr lang="en-US" sz="1800">
              <a:latin typeface="Poppins"/>
              <a:cs typeface="Poppins"/>
            </a:endParaRPr>
          </a:p>
          <a:p>
            <a:pPr marL="285750" indent="-285750">
              <a:buFont typeface="Calibri"/>
              <a:buChar char="-"/>
            </a:pPr>
            <a:r>
              <a:rPr lang="en-IE" sz="1800">
                <a:latin typeface="Poppins"/>
                <a:cs typeface="Poppins"/>
              </a:rPr>
              <a:t>Project is at least 5.5 </a:t>
            </a:r>
            <a:r>
              <a:rPr lang="en-IE" sz="1800" b="1" u="sng">
                <a:latin typeface="Poppins"/>
                <a:cs typeface="Poppins"/>
              </a:rPr>
              <a:t>and </a:t>
            </a:r>
            <a:endParaRPr lang="en-US" sz="1800">
              <a:latin typeface="Poppins"/>
              <a:cs typeface="Poppins"/>
            </a:endParaRPr>
          </a:p>
          <a:p>
            <a:pPr marL="285750" indent="-285750">
              <a:buFont typeface="Calibri"/>
              <a:buChar char="-"/>
            </a:pPr>
            <a:r>
              <a:rPr lang="en-IE" sz="1800">
                <a:latin typeface="Poppins"/>
                <a:cs typeface="Poppins"/>
              </a:rPr>
              <a:t>You meet the prerequisites</a:t>
            </a:r>
            <a:endParaRPr lang="en-US" sz="1800">
              <a:latin typeface="Poppins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536AC-2314-6ADB-44AD-3C078B94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err="1">
                <a:latin typeface="Poppins"/>
                <a:cs typeface="Poppins"/>
              </a:rPr>
              <a:t>Introduction</a:t>
            </a:r>
            <a:r>
              <a:rPr lang="nl-NL" b="1">
                <a:latin typeface="Poppins"/>
                <a:cs typeface="Poppins"/>
              </a:rPr>
              <a:t> – Practical </a:t>
            </a:r>
          </a:p>
        </p:txBody>
      </p:sp>
    </p:spTree>
    <p:extLst>
      <p:ext uri="{BB962C8B-B14F-4D97-AF65-F5344CB8AC3E}">
        <p14:creationId xmlns:p14="http://schemas.microsoft.com/office/powerpoint/2010/main" val="1552129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26678-F2D3-4497-E56D-2B4B4116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0AA5FD-59E4-22EC-C482-533971D6B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ct val="0"/>
              </a:spcAft>
            </a:pPr>
            <a:r>
              <a:rPr lang="en-US" sz="2100">
                <a:latin typeface="Poppins"/>
                <a:cs typeface="Poppins"/>
              </a:rPr>
              <a:t>Professional skills and </a:t>
            </a:r>
            <a:r>
              <a:rPr lang="en-US" sz="2100" err="1">
                <a:latin typeface="Poppins"/>
                <a:cs typeface="Poppins"/>
              </a:rPr>
              <a:t>realisation</a:t>
            </a:r>
            <a:r>
              <a:rPr lang="en-US" sz="2100">
                <a:latin typeface="Poppins"/>
                <a:cs typeface="Poppins"/>
              </a:rPr>
              <a:t> </a:t>
            </a:r>
          </a:p>
          <a:p>
            <a:pPr>
              <a:spcAft>
                <a:spcPct val="0"/>
              </a:spcAft>
            </a:pPr>
            <a:endParaRPr lang="en-US" sz="2100">
              <a:latin typeface="Poppins"/>
              <a:cs typeface="Poppins"/>
            </a:endParaRPr>
          </a:p>
          <a:p>
            <a:pPr>
              <a:spcAft>
                <a:spcPct val="0"/>
              </a:spcAft>
            </a:pPr>
            <a:r>
              <a:rPr lang="en-US" sz="2100">
                <a:latin typeface="Poppins"/>
                <a:cs typeface="Poppins"/>
              </a:rPr>
              <a:t>Evaluation on individual and team level</a:t>
            </a:r>
          </a:p>
          <a:p>
            <a:pPr>
              <a:spcAft>
                <a:spcPct val="0"/>
              </a:spcAft>
            </a:pPr>
            <a:endParaRPr lang="en-US" sz="2100">
              <a:latin typeface="Poppins"/>
              <a:cs typeface="Poppins"/>
            </a:endParaRPr>
          </a:p>
          <a:p>
            <a:pPr>
              <a:spcAft>
                <a:spcPct val="0"/>
              </a:spcAft>
            </a:pPr>
            <a:r>
              <a:rPr lang="en-US" sz="2100">
                <a:latin typeface="Poppins"/>
                <a:cs typeface="Poppins"/>
              </a:rPr>
              <a:t>Four learning outcomes (next slides more info)</a:t>
            </a:r>
          </a:p>
          <a:p>
            <a:pPr>
              <a:spcAft>
                <a:spcPct val="0"/>
              </a:spcAft>
            </a:pPr>
            <a:endParaRPr lang="en-US" sz="2100" b="1">
              <a:latin typeface="Poppins"/>
              <a:cs typeface="Poppins"/>
            </a:endParaRPr>
          </a:p>
          <a:p>
            <a:pPr>
              <a:spcAft>
                <a:spcPct val="0"/>
              </a:spcAft>
            </a:pPr>
            <a:endParaRPr lang="en-US" sz="2100" b="1">
              <a:latin typeface="Poppins"/>
              <a:cs typeface="Poppins"/>
            </a:endParaRPr>
          </a:p>
          <a:p>
            <a:pPr>
              <a:spcAft>
                <a:spcPct val="0"/>
              </a:spcAft>
            </a:pPr>
            <a:endParaRPr lang="en-US" sz="1800">
              <a:latin typeface="Poppins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0B724-9123-1621-D97C-42ABA527A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err="1">
                <a:latin typeface="Poppins"/>
                <a:cs typeface="Poppins"/>
              </a:rPr>
              <a:t>Overview</a:t>
            </a:r>
            <a:r>
              <a:rPr lang="nl-NL" b="1">
                <a:latin typeface="Poppins"/>
                <a:cs typeface="Poppins"/>
              </a:rPr>
              <a:t>  - Evaluation</a:t>
            </a:r>
          </a:p>
        </p:txBody>
      </p:sp>
    </p:spTree>
    <p:extLst>
      <p:ext uri="{BB962C8B-B14F-4D97-AF65-F5344CB8AC3E}">
        <p14:creationId xmlns:p14="http://schemas.microsoft.com/office/powerpoint/2010/main" val="456633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1D82E-7975-187F-0FD2-A4A844F40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9ECC6-A44B-8DB0-50B7-0F7D05CD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43" y="564573"/>
            <a:ext cx="10515600" cy="7165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b="1" kern="1200">
                <a:latin typeface="Poppins" pitchFamily="2" charset="77"/>
                <a:ea typeface="+mj-ea"/>
                <a:cs typeface="Poppins" pitchFamily="2" charset="77"/>
              </a:rPr>
              <a:t>Learning </a:t>
            </a:r>
            <a:r>
              <a:rPr lang="nl-NL" b="1" kern="1200" err="1">
                <a:latin typeface="Poppins" pitchFamily="2" charset="77"/>
                <a:ea typeface="+mj-ea"/>
                <a:cs typeface="Poppins" pitchFamily="2" charset="77"/>
              </a:rPr>
              <a:t>outcomes</a:t>
            </a:r>
            <a:r>
              <a:rPr lang="nl-NL" b="1" kern="1200">
                <a:latin typeface="Poppins" pitchFamily="2" charset="77"/>
                <a:ea typeface="+mj-ea"/>
                <a:cs typeface="Poppins" pitchFamily="2" charset="77"/>
              </a:rPr>
              <a:t> – Professional skills</a:t>
            </a:r>
          </a:p>
        </p:txBody>
      </p:sp>
      <p:graphicFrame>
        <p:nvGraphicFramePr>
          <p:cNvPr id="3" name="Tijdelijke aanduiding voor inhoud 2">
            <a:extLst>
              <a:ext uri="{FF2B5EF4-FFF2-40B4-BE49-F238E27FC236}">
                <a16:creationId xmlns:a16="http://schemas.microsoft.com/office/drawing/2014/main" id="{ECC47E27-F357-AFBB-8C42-22EE994A84E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40545472"/>
              </p:ext>
            </p:extLst>
          </p:nvPr>
        </p:nvGraphicFramePr>
        <p:xfrm>
          <a:off x="420130" y="1399444"/>
          <a:ext cx="11207577" cy="4222879"/>
        </p:xfrm>
        <a:graphic>
          <a:graphicData uri="http://schemas.openxmlformats.org/drawingml/2006/table">
            <a:tbl>
              <a:tblPr firstRow="1" bandRow="1"/>
              <a:tblGrid>
                <a:gridCol w="5218786">
                  <a:extLst>
                    <a:ext uri="{9D8B030D-6E8A-4147-A177-3AD203B41FA5}">
                      <a16:colId xmlns:a16="http://schemas.microsoft.com/office/drawing/2014/main" val="493588116"/>
                    </a:ext>
                  </a:extLst>
                </a:gridCol>
                <a:gridCol w="5988791">
                  <a:extLst>
                    <a:ext uri="{9D8B030D-6E8A-4147-A177-3AD203B41FA5}">
                      <a16:colId xmlns:a16="http://schemas.microsoft.com/office/drawing/2014/main" val="2956300766"/>
                    </a:ext>
                  </a:extLst>
                </a:gridCol>
              </a:tblGrid>
              <a:tr h="38214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buNone/>
                      </a:pPr>
                      <a:r>
                        <a:rPr lang="en-US" sz="1800" b="1" i="0">
                          <a:effectLst/>
                          <a:latin typeface="Arial"/>
                        </a:rPr>
                        <a:t>Team   </a:t>
                      </a:r>
                    </a:p>
                  </a:txBody>
                  <a:tcPr marL="36572" marR="36572" marT="18286" marB="1828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380"/>
                        </a:lnSpc>
                        <a:buNone/>
                      </a:pPr>
                      <a:r>
                        <a:rPr lang="en-US" sz="1800" b="1" i="0">
                          <a:effectLst/>
                          <a:latin typeface="Arial"/>
                        </a:rPr>
                        <a:t>Individual   </a:t>
                      </a:r>
                    </a:p>
                  </a:txBody>
                  <a:tcPr marL="36572" marR="36572" marT="18286" marB="1828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702152"/>
                  </a:ext>
                </a:extLst>
              </a:tr>
              <a:tr h="3840736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You showed you 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are able to clarify the needs and wishes of the product owner.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</a:t>
                      </a:r>
                      <a:b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You are able to apply an 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agile project methodology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.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n-US" sz="4000" b="1" i="0">
                        <a:effectLst/>
                        <a:latin typeface="Arial"/>
                      </a:endParaRPr>
                    </a:p>
                  </a:txBody>
                  <a:tcPr marL="36572" marR="36572" marT="18286" marB="1828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You showed you are a 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professional team member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by working on a product and adapting this according to the wishes and needs of a product owner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. </a:t>
                      </a:r>
                      <a:b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You are able to professionally present and demonstrate the product. </a:t>
                      </a:r>
                      <a:b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You showed you can 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fulfill the role of scrum master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with all the responsibilities. </a:t>
                      </a:r>
                      <a:b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Furthermore, you showed a 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professional attitude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(</a:t>
                      </a:r>
                      <a:r>
                        <a:rPr lang="en-US" sz="1800" b="0" i="0" err="1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behaviour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) with regard to student success. </a:t>
                      </a:r>
                      <a:r>
                        <a:rPr lang="en-US" sz="1800" b="0" i="0">
                          <a:effectLst/>
                          <a:latin typeface="Arial"/>
                        </a:rPr>
                        <a:t>  </a:t>
                      </a:r>
                    </a:p>
                  </a:txBody>
                  <a:tcPr marL="36572" marR="36572" marT="18286" marB="1828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076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582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77258-B15C-EE45-A39E-F1D7B15D5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B0E5E-C204-BBDD-51A6-E0BED87D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43" y="564573"/>
            <a:ext cx="10515600" cy="7165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b="1" kern="1200">
                <a:latin typeface="Poppins" pitchFamily="2" charset="77"/>
                <a:ea typeface="+mj-ea"/>
                <a:cs typeface="Poppins" pitchFamily="2" charset="77"/>
              </a:rPr>
              <a:t>Learning </a:t>
            </a:r>
            <a:r>
              <a:rPr lang="nl-NL" b="1" kern="1200" err="1">
                <a:latin typeface="Poppins" pitchFamily="2" charset="77"/>
                <a:ea typeface="+mj-ea"/>
                <a:cs typeface="Poppins" pitchFamily="2" charset="77"/>
              </a:rPr>
              <a:t>outcomes</a:t>
            </a:r>
            <a:r>
              <a:rPr lang="nl-NL" b="1" kern="1200">
                <a:latin typeface="Poppins" pitchFamily="2" charset="77"/>
                <a:ea typeface="+mj-ea"/>
                <a:cs typeface="Poppins" pitchFamily="2" charset="77"/>
              </a:rPr>
              <a:t> – </a:t>
            </a:r>
            <a:r>
              <a:rPr lang="nl-NL" b="1" err="1"/>
              <a:t>Realisation</a:t>
            </a:r>
            <a:endParaRPr lang="nl-NL" b="1" kern="1200">
              <a:latin typeface="Poppins" pitchFamily="2" charset="77"/>
              <a:ea typeface="+mj-ea"/>
              <a:cs typeface="Poppins" pitchFamily="2" charset="77"/>
            </a:endParaRPr>
          </a:p>
        </p:txBody>
      </p:sp>
      <p:graphicFrame>
        <p:nvGraphicFramePr>
          <p:cNvPr id="3" name="Tijdelijke aanduiding voor inhoud 2">
            <a:extLst>
              <a:ext uri="{FF2B5EF4-FFF2-40B4-BE49-F238E27FC236}">
                <a16:creationId xmlns:a16="http://schemas.microsoft.com/office/drawing/2014/main" id="{2DA77774-2AEC-2B48-8509-56B079D677B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82001895"/>
              </p:ext>
            </p:extLst>
          </p:nvPr>
        </p:nvGraphicFramePr>
        <p:xfrm>
          <a:off x="420130" y="1399444"/>
          <a:ext cx="11207577" cy="4237988"/>
        </p:xfrm>
        <a:graphic>
          <a:graphicData uri="http://schemas.openxmlformats.org/drawingml/2006/table">
            <a:tbl>
              <a:tblPr firstRow="1" bandRow="1"/>
              <a:tblGrid>
                <a:gridCol w="5218786">
                  <a:extLst>
                    <a:ext uri="{9D8B030D-6E8A-4147-A177-3AD203B41FA5}">
                      <a16:colId xmlns:a16="http://schemas.microsoft.com/office/drawing/2014/main" val="493588116"/>
                    </a:ext>
                  </a:extLst>
                </a:gridCol>
                <a:gridCol w="5988791">
                  <a:extLst>
                    <a:ext uri="{9D8B030D-6E8A-4147-A177-3AD203B41FA5}">
                      <a16:colId xmlns:a16="http://schemas.microsoft.com/office/drawing/2014/main" val="2956300766"/>
                    </a:ext>
                  </a:extLst>
                </a:gridCol>
              </a:tblGrid>
              <a:tr h="382143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>
                          <a:effectLst/>
                          <a:latin typeface="Arial"/>
                        </a:rPr>
                        <a:t>Team   </a:t>
                      </a:r>
                    </a:p>
                  </a:txBody>
                  <a:tcPr marL="36572" marR="36572" marT="18286" marB="1828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>
                          <a:effectLst/>
                          <a:latin typeface="Arial"/>
                        </a:rPr>
                        <a:t>Individual   </a:t>
                      </a:r>
                    </a:p>
                  </a:txBody>
                  <a:tcPr marL="36572" marR="36572" marT="18286" marB="18286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702152"/>
                  </a:ext>
                </a:extLst>
              </a:tr>
              <a:tr h="3840736"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You are 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able to develop a console-based application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with paid attention to 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architecture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and 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implementing OOP concepts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 the application. You are able to improve the product through testing to validate the quality of the product. </a:t>
                      </a: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 </a:t>
                      </a:r>
                      <a:endParaRPr lang="en-US" sz="1800" b="1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You are able to translate class diagrams to code structures, apply the four fundamental principles of object-oriented programming in C# and the advanced concepts introduced in the second half of the course.  </a:t>
                      </a:r>
                      <a:endParaRPr lang="en-US" sz="1800" b="0" i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076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424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D0FB59EC-0BFB-9384-BAE0-DF648F081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Feedback </a:t>
            </a:r>
            <a:r>
              <a:rPr lang="nl-NL" err="1"/>
              <a:t>conversations</a:t>
            </a:r>
            <a:r>
              <a:rPr lang="nl-NL"/>
              <a:t> (Min. 1 per OP)</a:t>
            </a:r>
          </a:p>
          <a:p>
            <a:r>
              <a:rPr lang="nl-NL" err="1"/>
              <a:t>Selfevaluation</a:t>
            </a:r>
            <a:endParaRPr lang="nl-NL"/>
          </a:p>
          <a:p>
            <a:r>
              <a:rPr lang="nl-NL" err="1"/>
              <a:t>Peerevaluation</a:t>
            </a:r>
            <a:endParaRPr lang="nl-NL"/>
          </a:p>
          <a:p>
            <a:r>
              <a:rPr lang="nl-NL"/>
              <a:t>Interview </a:t>
            </a:r>
            <a:r>
              <a:rPr lang="nl-NL" err="1"/>
              <a:t>with</a:t>
            </a:r>
            <a:r>
              <a:rPr lang="nl-NL"/>
              <a:t> senior </a:t>
            </a:r>
            <a:r>
              <a:rPr lang="nl-NL" err="1"/>
              <a:t>students</a:t>
            </a:r>
            <a:endParaRPr lang="nl-NL"/>
          </a:p>
          <a:p>
            <a:endParaRPr lang="nl-NL"/>
          </a:p>
          <a:p>
            <a:r>
              <a:rPr lang="nl-NL"/>
              <a:t>More information </a:t>
            </a:r>
            <a:r>
              <a:rPr lang="nl-NL" err="1"/>
              <a:t>will</a:t>
            </a:r>
            <a:r>
              <a:rPr lang="nl-NL"/>
              <a:t> follow</a:t>
            </a:r>
          </a:p>
          <a:p>
            <a:endParaRPr lang="nl-NL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29448EA-E124-02F8-4684-6A1400653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Student succes </a:t>
            </a:r>
          </a:p>
        </p:txBody>
      </p:sp>
    </p:spTree>
    <p:extLst>
      <p:ext uri="{BB962C8B-B14F-4D97-AF65-F5344CB8AC3E}">
        <p14:creationId xmlns:p14="http://schemas.microsoft.com/office/powerpoint/2010/main" val="3602185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3E819-D5DC-7577-2594-8D0148949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9EC4B3-07B5-023E-1F3B-BDDC5B2AD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nl-NL" b="1">
                <a:latin typeface="Poppins"/>
                <a:cs typeface="Arial"/>
              </a:rPr>
              <a:t>Semester 2: 	20 weeks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nl-NL">
                <a:latin typeface="Poppins"/>
                <a:cs typeface="Arial"/>
              </a:rPr>
              <a:t>Week 1: 		Start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nl-NL">
                <a:latin typeface="Poppins"/>
                <a:cs typeface="Arial"/>
              </a:rPr>
              <a:t>Week 9: 		</a:t>
            </a:r>
            <a:r>
              <a:rPr lang="nl-NL" err="1">
                <a:latin typeface="Poppins"/>
                <a:cs typeface="Arial"/>
              </a:rPr>
              <a:t>Midterm</a:t>
            </a:r>
            <a:r>
              <a:rPr lang="nl-NL">
                <a:latin typeface="Poppins"/>
                <a:cs typeface="Arial"/>
              </a:rPr>
              <a:t> </a:t>
            </a:r>
            <a:r>
              <a:rPr lang="nl-NL" err="1">
                <a:latin typeface="Poppins"/>
                <a:cs typeface="Arial"/>
              </a:rPr>
              <a:t>exam</a:t>
            </a:r>
            <a:endParaRPr lang="nl-NL">
              <a:latin typeface="Poppins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nl-NL">
                <a:latin typeface="Poppins"/>
                <a:cs typeface="Arial"/>
              </a:rPr>
              <a:t>Week 17: 		Deadline project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nl-NL">
                <a:latin typeface="Poppins"/>
                <a:cs typeface="Arial"/>
              </a:rPr>
              <a:t>week 18: 		</a:t>
            </a:r>
            <a:r>
              <a:rPr lang="nl-NL" err="1">
                <a:latin typeface="Poppins"/>
                <a:cs typeface="Arial"/>
              </a:rPr>
              <a:t>Endterm</a:t>
            </a:r>
            <a:r>
              <a:rPr lang="nl-NL">
                <a:latin typeface="Poppins"/>
                <a:cs typeface="Arial"/>
              </a:rPr>
              <a:t> </a:t>
            </a:r>
            <a:r>
              <a:rPr lang="nl-NL" err="1">
                <a:latin typeface="Poppins"/>
                <a:cs typeface="Arial"/>
              </a:rPr>
              <a:t>exam</a:t>
            </a:r>
            <a:endParaRPr lang="nl-NL">
              <a:latin typeface="Poppins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nl-NL">
                <a:latin typeface="Poppins"/>
                <a:cs typeface="Arial"/>
              </a:rPr>
              <a:t>Week 20: 		</a:t>
            </a:r>
            <a:r>
              <a:rPr lang="nl-NL" err="1">
                <a:latin typeface="Poppins"/>
                <a:cs typeface="Arial"/>
              </a:rPr>
              <a:t>Resit</a:t>
            </a:r>
            <a:r>
              <a:rPr lang="nl-NL">
                <a:latin typeface="Poppins"/>
                <a:cs typeface="Arial"/>
              </a:rPr>
              <a:t> </a:t>
            </a:r>
            <a:r>
              <a:rPr lang="nl-NL" err="1">
                <a:latin typeface="Poppins"/>
                <a:cs typeface="Arial"/>
              </a:rPr>
              <a:t>exam</a:t>
            </a:r>
            <a:endParaRPr lang="nl-NL">
              <a:latin typeface="Poppins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nl-NL">
              <a:latin typeface="Poppins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nl-NL">
              <a:latin typeface="Poppins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nl-NL">
              <a:latin typeface="Poppins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nl-NL">
              <a:latin typeface="Poppins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nl-NL">
              <a:latin typeface="Poppins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nl-NL" b="1">
              <a:latin typeface="Poppins"/>
              <a:cs typeface="Arial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nl-NL" b="1">
              <a:latin typeface="Poppins"/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94022-8241-994C-9673-7ADF62886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 err="1">
                <a:latin typeface="Poppins"/>
                <a:cs typeface="Poppins"/>
              </a:rPr>
              <a:t>Overview</a:t>
            </a:r>
            <a:r>
              <a:rPr lang="nl-NL" b="1">
                <a:latin typeface="Poppins"/>
                <a:cs typeface="Poppins"/>
              </a:rPr>
              <a:t> semester 2 – important dates</a:t>
            </a:r>
            <a:endParaRPr lang="nl-NL" b="1"/>
          </a:p>
        </p:txBody>
      </p:sp>
    </p:spTree>
    <p:extLst>
      <p:ext uri="{BB962C8B-B14F-4D97-AF65-F5344CB8AC3E}">
        <p14:creationId xmlns:p14="http://schemas.microsoft.com/office/powerpoint/2010/main" val="353004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7E8F6-C867-1E46-5DBD-A4D214836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FD3B80-19CC-691C-F4D0-4A58B3DB8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ct val="0"/>
              </a:spcAft>
            </a:pPr>
            <a:r>
              <a:rPr lang="nl-NL" sz="2100" b="1">
                <a:latin typeface="Poppins"/>
                <a:cs typeface="Poppins"/>
              </a:rPr>
              <a:t>In</a:t>
            </a:r>
            <a:r>
              <a:rPr lang="nl-NL" sz="2100" b="1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nl-NL" sz="2100" b="1" err="1">
                <a:solidFill>
                  <a:srgbClr val="FFFFFF"/>
                </a:solidFill>
                <a:latin typeface="Poppins"/>
                <a:cs typeface="Poppins"/>
              </a:rPr>
              <a:t>the</a:t>
            </a:r>
            <a:r>
              <a:rPr lang="nl-NL" sz="2100" b="1">
                <a:solidFill>
                  <a:srgbClr val="FFFFFF"/>
                </a:solidFill>
                <a:latin typeface="Poppins"/>
                <a:cs typeface="Poppins"/>
              </a:rPr>
              <a:t> first weeks of </a:t>
            </a:r>
            <a:r>
              <a:rPr lang="nl-NL" sz="2100" b="1" err="1">
                <a:solidFill>
                  <a:srgbClr val="FFFFFF"/>
                </a:solidFill>
                <a:latin typeface="Poppins"/>
                <a:cs typeface="Poppins"/>
              </a:rPr>
              <a:t>practice</a:t>
            </a:r>
            <a:r>
              <a:rPr lang="nl-NL" sz="2100" b="1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nl-NL" sz="2100" b="1" err="1">
                <a:solidFill>
                  <a:srgbClr val="FFFFFF"/>
                </a:solidFill>
                <a:latin typeface="Poppins"/>
                <a:cs typeface="Poppins"/>
              </a:rPr>
              <a:t>you</a:t>
            </a:r>
            <a:r>
              <a:rPr lang="nl-NL" sz="2100" b="1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nl-NL" sz="2100" b="1" err="1">
                <a:solidFill>
                  <a:srgbClr val="FFFFFF"/>
                </a:solidFill>
                <a:latin typeface="Poppins"/>
                <a:cs typeface="Poppins"/>
              </a:rPr>
              <a:t>will</a:t>
            </a:r>
            <a:r>
              <a:rPr lang="nl-NL" sz="2100" b="1">
                <a:solidFill>
                  <a:srgbClr val="FFFFFF"/>
                </a:solidFill>
                <a:latin typeface="Poppins"/>
                <a:cs typeface="Poppins"/>
              </a:rPr>
              <a:t> start </a:t>
            </a:r>
            <a:r>
              <a:rPr lang="nl-NL" sz="2100" b="1" err="1">
                <a:solidFill>
                  <a:srgbClr val="FFFFFF"/>
                </a:solidFill>
                <a:latin typeface="Poppins"/>
                <a:cs typeface="Poppins"/>
              </a:rPr>
              <a:t>with</a:t>
            </a:r>
            <a:r>
              <a:rPr lang="nl-NL" sz="2100" b="1">
                <a:solidFill>
                  <a:srgbClr val="FFFFFF"/>
                </a:solidFill>
                <a:latin typeface="Poppins"/>
                <a:cs typeface="Poppins"/>
              </a:rPr>
              <a:t> project </a:t>
            </a:r>
            <a:r>
              <a:rPr lang="nl-NL" sz="2100" b="1" err="1">
                <a:solidFill>
                  <a:srgbClr val="FFFFFF"/>
                </a:solidFill>
                <a:latin typeface="Poppins"/>
                <a:cs typeface="Poppins"/>
              </a:rPr>
              <a:t>Alpha</a:t>
            </a:r>
            <a:r>
              <a:rPr lang="nl-NL" sz="2100" b="1">
                <a:solidFill>
                  <a:srgbClr val="FFFFFF"/>
                </a:solidFill>
                <a:latin typeface="Poppins"/>
                <a:cs typeface="Poppins"/>
              </a:rPr>
              <a:t>. </a:t>
            </a:r>
            <a:r>
              <a:rPr lang="nl-NL" sz="2100" b="1" err="1">
                <a:solidFill>
                  <a:srgbClr val="FFFFFF"/>
                </a:solidFill>
                <a:latin typeface="Poppins"/>
                <a:cs typeface="Poppins"/>
              </a:rPr>
              <a:t>Why</a:t>
            </a:r>
            <a:r>
              <a:rPr lang="nl-NL" sz="2100" b="1">
                <a:solidFill>
                  <a:srgbClr val="FFFFFF"/>
                </a:solidFill>
                <a:latin typeface="Poppins"/>
                <a:cs typeface="Poppins"/>
              </a:rPr>
              <a:t>?</a:t>
            </a:r>
            <a:endParaRPr lang="nl-NL">
              <a:solidFill>
                <a:srgbClr val="FFFFFF"/>
              </a:solidFill>
            </a:endParaRPr>
          </a:p>
          <a:p>
            <a:pPr>
              <a:spcAft>
                <a:spcPct val="0"/>
              </a:spcAft>
            </a:pPr>
            <a:endParaRPr lang="nl-NL" sz="2100" b="1"/>
          </a:p>
          <a:p>
            <a:pPr marL="342900" indent="-342900">
              <a:spcAft>
                <a:spcPct val="0"/>
              </a:spcAft>
              <a:buFont typeface="Calibri"/>
              <a:buChar char="-"/>
            </a:pP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To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learn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scrum</a:t>
            </a:r>
            <a:endParaRPr lang="nl-NL" sz="2100">
              <a:solidFill>
                <a:srgbClr val="FFFFFF"/>
              </a:solidFill>
            </a:endParaRPr>
          </a:p>
          <a:p>
            <a:pPr marL="342900" indent="-342900">
              <a:spcAft>
                <a:spcPct val="0"/>
              </a:spcAft>
              <a:buFont typeface="Calibri"/>
              <a:buChar char="-"/>
            </a:pP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To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get hands-on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experience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with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C#</a:t>
            </a:r>
          </a:p>
          <a:p>
            <a:pPr marL="342900" indent="-342900">
              <a:spcAft>
                <a:spcPct val="0"/>
              </a:spcAft>
              <a:buFont typeface="Calibri"/>
              <a:buChar char="-"/>
            </a:pP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To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get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to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know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each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other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endParaRPr lang="nl-NL" sz="2100">
              <a:solidFill>
                <a:srgbClr val="FFFFFF"/>
              </a:solidFill>
            </a:endParaRPr>
          </a:p>
          <a:p>
            <a:pPr marL="342900" indent="-342900">
              <a:spcAft>
                <a:spcPct val="0"/>
              </a:spcAft>
              <a:buFont typeface="Calibri"/>
              <a:buChar char="-"/>
            </a:pPr>
            <a:endParaRPr lang="nl-NL" sz="2100">
              <a:solidFill>
                <a:srgbClr val="FFFFFF"/>
              </a:solidFill>
            </a:endParaRPr>
          </a:p>
          <a:p>
            <a:pPr>
              <a:spcAft>
                <a:spcPct val="0"/>
              </a:spcAft>
            </a:pP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After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this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experience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you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are ready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to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start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with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the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</a:t>
            </a:r>
            <a:r>
              <a:rPr lang="nl-NL" sz="2100" err="1">
                <a:solidFill>
                  <a:srgbClr val="FFFFFF"/>
                </a:solidFill>
                <a:latin typeface="Poppins"/>
                <a:cs typeface="Poppins"/>
              </a:rPr>
              <a:t>main</a:t>
            </a:r>
            <a:r>
              <a:rPr lang="nl-NL" sz="2100">
                <a:solidFill>
                  <a:srgbClr val="FFFFFF"/>
                </a:solidFill>
                <a:latin typeface="Poppins"/>
                <a:cs typeface="Poppins"/>
              </a:rPr>
              <a:t> project</a:t>
            </a:r>
            <a:endParaRPr lang="nl-NL" sz="2100">
              <a:solidFill>
                <a:srgbClr val="0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3D7B00-73FC-1235-CC1A-EF389A359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b="1">
                <a:latin typeface="Poppins"/>
                <a:cs typeface="Poppins"/>
              </a:rPr>
              <a:t>Project </a:t>
            </a:r>
            <a:r>
              <a:rPr lang="nl-NL" b="1" err="1">
                <a:latin typeface="Poppins"/>
                <a:cs typeface="Poppins"/>
              </a:rPr>
              <a:t>Alpha</a:t>
            </a:r>
            <a:endParaRPr lang="nl-NL" b="1"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90612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E076157-6EE5-F409-B4A4-4667265E4E60}"/>
              </a:ext>
            </a:extLst>
          </p:cNvPr>
          <p:cNvSpPr txBox="1">
            <a:spLocks/>
          </p:cNvSpPr>
          <p:nvPr/>
        </p:nvSpPr>
        <p:spPr>
          <a:xfrm>
            <a:off x="84528" y="2392324"/>
            <a:ext cx="5386917" cy="3951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D4104B"/>
              </a:buClr>
              <a:buFont typeface="Arial" panose="020B0604020202020204" pitchFamily="34" charset="0"/>
              <a:buChar char="•"/>
              <a:defRPr sz="2400" kern="1200">
                <a:solidFill>
                  <a:srgbClr val="0B485F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4104B"/>
              </a:buClr>
              <a:buFont typeface="Arial" panose="020B0604020202020204" pitchFamily="34" charset="0"/>
              <a:buChar char="•"/>
              <a:defRPr sz="2200" kern="1200">
                <a:solidFill>
                  <a:srgbClr val="0B485F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4104B"/>
              </a:buClr>
              <a:buFont typeface="Arial" panose="020B0604020202020204" pitchFamily="34" charset="0"/>
              <a:buChar char="•"/>
              <a:defRPr sz="2000" kern="1200">
                <a:solidFill>
                  <a:srgbClr val="0B485F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4104B"/>
              </a:buClr>
              <a:buFont typeface="Arial" panose="020B0604020202020204" pitchFamily="34" charset="0"/>
              <a:buChar char="•"/>
              <a:defRPr sz="1800" kern="1200">
                <a:solidFill>
                  <a:srgbClr val="0B485F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4104B"/>
              </a:buClr>
              <a:buFont typeface="Arial" panose="020B0604020202020204" pitchFamily="34" charset="0"/>
              <a:buChar char="•"/>
              <a:defRPr sz="1800" kern="1200">
                <a:solidFill>
                  <a:srgbClr val="0B485F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98956E82-14CD-5AD5-4E92-5C5D69B975D2}"/>
              </a:ext>
            </a:extLst>
          </p:cNvPr>
          <p:cNvSpPr txBox="1">
            <a:spLocks/>
          </p:cNvSpPr>
          <p:nvPr/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D4104B"/>
              </a:buClr>
              <a:buFont typeface="Arial" panose="020B0604020202020204" pitchFamily="34" charset="0"/>
              <a:buChar char="•"/>
              <a:defRPr sz="2400" kern="1200">
                <a:solidFill>
                  <a:srgbClr val="0B485F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4104B"/>
              </a:buClr>
              <a:buFont typeface="Arial" panose="020B0604020202020204" pitchFamily="34" charset="0"/>
              <a:buChar char="•"/>
              <a:defRPr sz="2200" kern="1200">
                <a:solidFill>
                  <a:srgbClr val="0B485F"/>
                </a:solidFill>
                <a:latin typeface="Poppins" pitchFamily="2" charset="77"/>
                <a:ea typeface="+mn-ea"/>
                <a:cs typeface="Poppins" pitchFamily="2" charset="77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4104B"/>
              </a:buClr>
              <a:buFont typeface="Arial" panose="020B0604020202020204" pitchFamily="34" charset="0"/>
              <a:buChar char="•"/>
              <a:defRPr sz="2000" kern="1200">
                <a:solidFill>
                  <a:srgbClr val="0B485F"/>
                </a:solidFill>
                <a:latin typeface="Poppins" pitchFamily="2" charset="77"/>
                <a:ea typeface="+mn-ea"/>
                <a:cs typeface="Poppins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4104B"/>
              </a:buClr>
              <a:buFont typeface="Arial" panose="020B0604020202020204" pitchFamily="34" charset="0"/>
              <a:buChar char="•"/>
              <a:defRPr sz="1800" kern="1200">
                <a:solidFill>
                  <a:srgbClr val="0B485F"/>
                </a:solidFill>
                <a:latin typeface="Poppins" pitchFamily="2" charset="77"/>
                <a:ea typeface="+mn-ea"/>
                <a:cs typeface="Poppins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4104B"/>
              </a:buClr>
              <a:buFont typeface="Arial" panose="020B0604020202020204" pitchFamily="34" charset="0"/>
              <a:buChar char="•"/>
              <a:defRPr sz="1800" kern="1200">
                <a:solidFill>
                  <a:srgbClr val="0B485F"/>
                </a:solidFill>
                <a:latin typeface="Poppins" pitchFamily="2" charset="77"/>
                <a:ea typeface="+mn-ea"/>
                <a:cs typeface="Poppins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E"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838ABE11-0838-80C5-7F96-9899467F6B91}"/>
              </a:ext>
            </a:extLst>
          </p:cNvPr>
          <p:cNvSpPr txBox="1"/>
          <p:nvPr/>
        </p:nvSpPr>
        <p:spPr>
          <a:xfrm rot="18175157">
            <a:off x="3625122" y="2713147"/>
            <a:ext cx="4572000" cy="491607"/>
          </a:xfrm>
          <a:prstGeom prst="rect">
            <a:avLst/>
          </a:prstGeom>
          <a:noFill/>
        </p:spPr>
        <p:txBody>
          <a:bodyPr wrap="square" lIns="63498" tIns="31749" rIns="63498" bIns="31749" anchor="t">
            <a:spAutoFit/>
          </a:bodyPr>
          <a:lstStyle/>
          <a:p>
            <a:r>
              <a:rPr lang="en-IE" sz="2778">
                <a:solidFill>
                  <a:schemeClr val="bg1"/>
                </a:solidFill>
              </a:rPr>
              <a:t>OODP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528A77F-9675-0D63-6C34-5200D1ED2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Topics: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B68264D-563D-1CB5-AB16-AA8A378DD1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Primitive types</a:t>
            </a:r>
          </a:p>
          <a:p>
            <a:r>
              <a:rPr lang="en-US"/>
              <a:t>Console input/output</a:t>
            </a:r>
          </a:p>
          <a:p>
            <a:r>
              <a:rPr lang="en-US"/>
              <a:t>Selection</a:t>
            </a:r>
          </a:p>
          <a:p>
            <a:r>
              <a:rPr lang="en-US"/>
              <a:t>Loops</a:t>
            </a:r>
          </a:p>
          <a:p>
            <a:r>
              <a:rPr lang="en-US"/>
              <a:t>Methods</a:t>
            </a:r>
          </a:p>
          <a:p>
            <a:r>
              <a:rPr lang="en-US"/>
              <a:t>Classes</a:t>
            </a:r>
          </a:p>
          <a:p>
            <a:r>
              <a:rPr lang="en-US"/>
              <a:t>Lists</a:t>
            </a:r>
          </a:p>
          <a:p>
            <a:r>
              <a:rPr lang="en-US"/>
              <a:t>Static</a:t>
            </a:r>
            <a:endParaRPr lang="en-IE"/>
          </a:p>
          <a:p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F6F7625-A9B3-9CCE-CEDD-FC2EFAA86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/>
              <a:t>Tools / </a:t>
            </a:r>
            <a:r>
              <a:rPr lang="nl-NL" err="1"/>
              <a:t>methodology</a:t>
            </a:r>
            <a:r>
              <a:rPr lang="nl-NL"/>
              <a:t> </a:t>
            </a:r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43430A1F-AF46-F8B5-35B1-68ABC9B64E6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/>
              <a:t>Scrum </a:t>
            </a:r>
          </a:p>
          <a:p>
            <a:r>
              <a:rPr lang="nl-NL">
                <a:latin typeface="Poppins"/>
                <a:cs typeface="Poppins"/>
              </a:rPr>
              <a:t>Github</a:t>
            </a:r>
          </a:p>
          <a:p>
            <a:r>
              <a:rPr lang="nl-NL">
                <a:latin typeface="Poppins"/>
                <a:cs typeface="Poppins"/>
              </a:rPr>
              <a:t>Team</a:t>
            </a:r>
          </a:p>
          <a:p>
            <a:pPr marL="0" indent="0">
              <a:buNone/>
            </a:pPr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F56355-9AF1-12D0-4B34-7622DF30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/>
              <a:t>Needed to complete Project Alpha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9192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52A7692-0BBC-B7FE-C686-2D3CDE0CC0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b="1"/>
              <a:t>Project </a:t>
            </a:r>
            <a:r>
              <a:rPr lang="nl-NL" b="1" err="1"/>
              <a:t>Alpha</a:t>
            </a:r>
            <a:r>
              <a:rPr lang="nl-NL" b="1"/>
              <a:t> – The case</a:t>
            </a:r>
          </a:p>
        </p:txBody>
      </p:sp>
      <p:sp>
        <p:nvSpPr>
          <p:cNvPr id="8" name="Ondertitel 7">
            <a:extLst>
              <a:ext uri="{FF2B5EF4-FFF2-40B4-BE49-F238E27FC236}">
                <a16:creationId xmlns:a16="http://schemas.microsoft.com/office/drawing/2014/main" id="{639DBA02-A76C-BBE9-125C-51382E7B7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5506" y="2175642"/>
            <a:ext cx="5660494" cy="2192472"/>
          </a:xfrm>
        </p:spPr>
        <p:txBody>
          <a:bodyPr/>
          <a:lstStyle/>
          <a:p>
            <a:r>
              <a:rPr lang="nl-NL" sz="1600" b="1">
                <a:solidFill>
                  <a:srgbClr val="0B485F"/>
                </a:solidFill>
                <a:latin typeface="Poppins"/>
                <a:cs typeface="Poppins"/>
              </a:rPr>
              <a:t>Company </a:t>
            </a:r>
            <a:r>
              <a:rPr lang="nl-NL" sz="1600" b="1" err="1">
                <a:solidFill>
                  <a:srgbClr val="0B485F"/>
                </a:solidFill>
                <a:latin typeface="Poppins"/>
                <a:cs typeface="Poppins"/>
              </a:rPr>
              <a:t>Sharkshark</a:t>
            </a:r>
            <a:endParaRPr lang="nl-NL" sz="1600" b="1">
              <a:solidFill>
                <a:srgbClr val="0B485F"/>
              </a:solidFill>
              <a:latin typeface="Poppins" pitchFamily="2" charset="77"/>
              <a:cs typeface="Poppins" pitchFamily="2" charset="77"/>
            </a:endParaRPr>
          </a:p>
          <a:p>
            <a:r>
              <a:rPr lang="nl-NL" sz="1600">
                <a:solidFill>
                  <a:srgbClr val="0B485F"/>
                </a:solidFill>
                <a:latin typeface="Poppins"/>
                <a:cs typeface="Poppins"/>
              </a:rPr>
              <a:t>Wants a </a:t>
            </a:r>
            <a:r>
              <a:rPr lang="nl-NL" sz="1600" err="1">
                <a:solidFill>
                  <a:srgbClr val="0B485F"/>
                </a:solidFill>
                <a:latin typeface="Poppins"/>
                <a:cs typeface="Poppins"/>
              </a:rPr>
              <a:t>simple</a:t>
            </a:r>
            <a:r>
              <a:rPr lang="nl-NL" sz="1600">
                <a:solidFill>
                  <a:srgbClr val="0B485F"/>
                </a:solidFill>
                <a:latin typeface="Poppins"/>
                <a:cs typeface="Poppins"/>
              </a:rPr>
              <a:t> </a:t>
            </a:r>
            <a:r>
              <a:rPr lang="nl-NL" sz="1600" err="1">
                <a:solidFill>
                  <a:srgbClr val="0B485F"/>
                </a:solidFill>
                <a:latin typeface="Poppins"/>
                <a:cs typeface="Poppins"/>
              </a:rPr>
              <a:t>role</a:t>
            </a:r>
            <a:r>
              <a:rPr lang="nl-NL" sz="1600">
                <a:solidFill>
                  <a:srgbClr val="0B485F"/>
                </a:solidFill>
                <a:latin typeface="Poppins"/>
                <a:cs typeface="Poppins"/>
              </a:rPr>
              <a:t> </a:t>
            </a:r>
            <a:r>
              <a:rPr lang="nl-NL" sz="1600" err="1">
                <a:solidFill>
                  <a:srgbClr val="0B485F"/>
                </a:solidFill>
                <a:latin typeface="Poppins"/>
                <a:cs typeface="Poppins"/>
              </a:rPr>
              <a:t>playing</a:t>
            </a:r>
            <a:r>
              <a:rPr lang="nl-NL" sz="1600">
                <a:solidFill>
                  <a:srgbClr val="0B485F"/>
                </a:solidFill>
                <a:latin typeface="Poppins"/>
                <a:cs typeface="Poppins"/>
              </a:rPr>
              <a:t> game (RPG)</a:t>
            </a:r>
          </a:p>
          <a:p>
            <a:endParaRPr lang="nl-NL" sz="1600">
              <a:solidFill>
                <a:srgbClr val="0B485F"/>
              </a:solidFill>
              <a:latin typeface="Poppins" pitchFamily="2" charset="77"/>
              <a:cs typeface="Poppins" pitchFamily="2" charset="77"/>
            </a:endParaRPr>
          </a:p>
          <a:p>
            <a:r>
              <a:rPr lang="nl-NL" sz="1600" b="1">
                <a:solidFill>
                  <a:srgbClr val="0B485F"/>
                </a:solidFill>
                <a:latin typeface="Poppins"/>
                <a:cs typeface="Poppins"/>
              </a:rPr>
              <a:t>Must-</a:t>
            </a:r>
            <a:r>
              <a:rPr lang="nl-NL" sz="1600" b="1" err="1">
                <a:solidFill>
                  <a:srgbClr val="0B485F"/>
                </a:solidFill>
                <a:latin typeface="Poppins"/>
                <a:cs typeface="Poppins"/>
              </a:rPr>
              <a:t>haves</a:t>
            </a:r>
            <a:r>
              <a:rPr lang="nl-NL" sz="1600" b="1">
                <a:solidFill>
                  <a:srgbClr val="0B485F"/>
                </a:solidFill>
                <a:latin typeface="Poppins"/>
                <a:cs typeface="Poppins"/>
              </a:rPr>
              <a:t> </a:t>
            </a:r>
          </a:p>
          <a:p>
            <a:r>
              <a:rPr lang="nl-NL" sz="1600">
                <a:solidFill>
                  <a:srgbClr val="0B485F"/>
                </a:solidFill>
                <a:latin typeface="Poppins"/>
                <a:cs typeface="Poppins"/>
              </a:rPr>
              <a:t>	Made </a:t>
            </a:r>
            <a:r>
              <a:rPr lang="nl-NL" sz="1600" err="1">
                <a:solidFill>
                  <a:srgbClr val="0B485F"/>
                </a:solidFill>
                <a:latin typeface="Poppins"/>
                <a:cs typeface="Poppins"/>
              </a:rPr>
              <a:t>with</a:t>
            </a:r>
            <a:r>
              <a:rPr lang="nl-NL" sz="1600">
                <a:solidFill>
                  <a:srgbClr val="0B485F"/>
                </a:solidFill>
                <a:latin typeface="Poppins"/>
                <a:cs typeface="Poppins"/>
              </a:rPr>
              <a:t> C# </a:t>
            </a:r>
          </a:p>
          <a:p>
            <a:r>
              <a:rPr lang="nl-NL" sz="1600">
                <a:solidFill>
                  <a:srgbClr val="0B485F"/>
                </a:solidFill>
                <a:latin typeface="Poppins"/>
                <a:cs typeface="Poppins"/>
              </a:rPr>
              <a:t>	Using scrum</a:t>
            </a:r>
          </a:p>
          <a:p>
            <a:endParaRPr lang="nl-NL" sz="1600">
              <a:solidFill>
                <a:srgbClr val="0B485F"/>
              </a:solidFill>
              <a:latin typeface="Poppins" pitchFamily="2" charset="77"/>
              <a:cs typeface="Poppins" pitchFamily="2" charset="77"/>
            </a:endParaRPr>
          </a:p>
          <a:p>
            <a:r>
              <a:rPr lang="nl-NL" sz="1600" b="1" err="1">
                <a:solidFill>
                  <a:srgbClr val="0B485F"/>
                </a:solidFill>
                <a:latin typeface="Poppins"/>
                <a:cs typeface="Poppins"/>
              </a:rPr>
              <a:t>Should</a:t>
            </a:r>
            <a:r>
              <a:rPr lang="nl-NL" sz="1600" b="1">
                <a:solidFill>
                  <a:srgbClr val="0B485F"/>
                </a:solidFill>
                <a:latin typeface="Poppins"/>
                <a:cs typeface="Poppins"/>
              </a:rPr>
              <a:t> have</a:t>
            </a:r>
          </a:p>
          <a:p>
            <a:r>
              <a:rPr lang="nl-NL" sz="1600">
                <a:solidFill>
                  <a:srgbClr val="0B485F"/>
                </a:solidFill>
                <a:latin typeface="Poppins"/>
                <a:cs typeface="Poppins"/>
              </a:rPr>
              <a:t>	Game </a:t>
            </a:r>
            <a:r>
              <a:rPr lang="nl-NL" sz="1600" err="1">
                <a:solidFill>
                  <a:srgbClr val="0B485F"/>
                </a:solidFill>
                <a:latin typeface="Poppins"/>
                <a:cs typeface="Poppins"/>
              </a:rPr>
              <a:t>contains</a:t>
            </a:r>
            <a:r>
              <a:rPr lang="nl-NL" sz="1600">
                <a:solidFill>
                  <a:srgbClr val="0B485F"/>
                </a:solidFill>
                <a:latin typeface="Poppins"/>
                <a:cs typeface="Poppins"/>
              </a:rPr>
              <a:t> 9 </a:t>
            </a:r>
            <a:r>
              <a:rPr lang="nl-NL" sz="1600" err="1">
                <a:solidFill>
                  <a:srgbClr val="0B485F"/>
                </a:solidFill>
                <a:latin typeface="Poppins"/>
                <a:cs typeface="Poppins"/>
              </a:rPr>
              <a:t>locations</a:t>
            </a:r>
            <a:endParaRPr lang="nl-NL" sz="1600">
              <a:solidFill>
                <a:srgbClr val="0B485F"/>
              </a:solidFill>
              <a:latin typeface="Poppins"/>
              <a:cs typeface="Poppins"/>
            </a:endParaRPr>
          </a:p>
          <a:p>
            <a:r>
              <a:rPr lang="nl-NL" sz="1600">
                <a:solidFill>
                  <a:srgbClr val="0B485F"/>
                </a:solidFill>
                <a:latin typeface="Poppins"/>
                <a:cs typeface="Poppins"/>
              </a:rPr>
              <a:t>	</a:t>
            </a:r>
            <a:r>
              <a:rPr lang="nl-NL" sz="1600" err="1">
                <a:solidFill>
                  <a:srgbClr val="0B485F"/>
                </a:solidFill>
                <a:latin typeface="Poppins"/>
                <a:cs typeface="Poppins"/>
              </a:rPr>
              <a:t>Userfriendly</a:t>
            </a:r>
            <a:endParaRPr lang="nl-NL" sz="1600">
              <a:solidFill>
                <a:srgbClr val="0B485F"/>
              </a:solidFill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E162B075-C164-9AA4-2FDE-ECA594D2091B}"/>
              </a:ext>
            </a:extLst>
          </p:cNvPr>
          <p:cNvSpPr txBox="1"/>
          <p:nvPr/>
        </p:nvSpPr>
        <p:spPr>
          <a:xfrm>
            <a:off x="5005359" y="1834574"/>
            <a:ext cx="4675669" cy="2229805"/>
          </a:xfrm>
          <a:prstGeom prst="rect">
            <a:avLst/>
          </a:prstGeom>
          <a:solidFill>
            <a:srgbClr val="0B485F"/>
          </a:solidFill>
          <a:ln>
            <a:noFill/>
          </a:ln>
        </p:spPr>
        <p:txBody>
          <a:bodyPr wrap="square" lIns="180000" tIns="180000" rIns="180000" bIns="108000" rtlCol="0" anchor="t">
            <a:spAutoFit/>
          </a:bodyPr>
          <a:lstStyle/>
          <a:p>
            <a:r>
              <a:rPr lang="nl-NL" sz="1800" b="1" err="1">
                <a:solidFill>
                  <a:schemeClr val="bg1"/>
                </a:solidFill>
                <a:latin typeface="Poppins"/>
                <a:cs typeface="Poppins"/>
              </a:rPr>
              <a:t>Objective</a:t>
            </a:r>
            <a:endParaRPr lang="nl-NL" sz="1800" b="1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endParaRPr lang="nl-NL" sz="1800" b="1">
              <a:solidFill>
                <a:schemeClr val="bg1"/>
              </a:solidFill>
              <a:latin typeface="Poppins"/>
              <a:cs typeface="Poppins"/>
            </a:endParaRPr>
          </a:p>
          <a:p>
            <a:r>
              <a:rPr lang="nl-NL" sz="1800">
                <a:solidFill>
                  <a:schemeClr val="bg1"/>
                </a:solidFill>
                <a:latin typeface="Poppins"/>
                <a:cs typeface="Poppins"/>
              </a:rPr>
              <a:t>Hands-on </a:t>
            </a:r>
            <a:r>
              <a:rPr lang="nl-NL" sz="1800" err="1">
                <a:solidFill>
                  <a:schemeClr val="bg1"/>
                </a:solidFill>
                <a:latin typeface="Poppins"/>
                <a:cs typeface="Poppins"/>
              </a:rPr>
              <a:t>experience</a:t>
            </a:r>
            <a:r>
              <a:rPr lang="nl-NL" sz="1800">
                <a:solidFill>
                  <a:schemeClr val="bg1"/>
                </a:solidFill>
                <a:latin typeface="Poppins"/>
                <a:cs typeface="Poppins"/>
              </a:rPr>
              <a:t> </a:t>
            </a:r>
            <a:r>
              <a:rPr lang="nl-NL" sz="1800" err="1">
                <a:solidFill>
                  <a:schemeClr val="bg1"/>
                </a:solidFill>
                <a:latin typeface="Poppins"/>
                <a:cs typeface="Poppins"/>
              </a:rPr>
              <a:t>with</a:t>
            </a:r>
            <a:r>
              <a:rPr lang="nl-NL" sz="1800">
                <a:solidFill>
                  <a:schemeClr val="bg1"/>
                </a:solidFill>
                <a:latin typeface="Poppins"/>
                <a:cs typeface="Poppins"/>
              </a:rPr>
              <a:t> </a:t>
            </a:r>
          </a:p>
          <a:p>
            <a:r>
              <a:rPr lang="nl-NL" sz="1800">
                <a:solidFill>
                  <a:schemeClr val="bg1"/>
                </a:solidFill>
                <a:latin typeface="Poppins"/>
                <a:cs typeface="Poppins"/>
              </a:rPr>
              <a:t>	Scrum</a:t>
            </a:r>
          </a:p>
          <a:p>
            <a:r>
              <a:rPr lang="nl-NL" sz="1800">
                <a:solidFill>
                  <a:schemeClr val="bg1"/>
                </a:solidFill>
                <a:latin typeface="Poppins"/>
                <a:cs typeface="Poppins"/>
              </a:rPr>
              <a:t>	C#</a:t>
            </a:r>
          </a:p>
          <a:p>
            <a:r>
              <a:rPr lang="nl-NL" sz="1800">
                <a:solidFill>
                  <a:schemeClr val="bg1"/>
                </a:solidFill>
                <a:latin typeface="Poppins"/>
                <a:cs typeface="Poppins"/>
              </a:rPr>
              <a:t>	Git</a:t>
            </a:r>
          </a:p>
          <a:p>
            <a:r>
              <a:rPr lang="nl-NL" sz="1800">
                <a:solidFill>
                  <a:schemeClr val="bg1"/>
                </a:solidFill>
                <a:latin typeface="Poppins"/>
                <a:cs typeface="Poppins"/>
              </a:rPr>
              <a:t>	</a:t>
            </a:r>
            <a:r>
              <a:rPr lang="nl-NL" sz="1800" err="1">
                <a:solidFill>
                  <a:schemeClr val="bg1"/>
                </a:solidFill>
                <a:latin typeface="Poppins"/>
                <a:cs typeface="Poppins"/>
              </a:rPr>
              <a:t>Working</a:t>
            </a:r>
            <a:r>
              <a:rPr lang="nl-NL" sz="1800">
                <a:solidFill>
                  <a:schemeClr val="bg1"/>
                </a:solidFill>
                <a:latin typeface="Poppins"/>
                <a:cs typeface="Poppins"/>
              </a:rPr>
              <a:t> in a team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CFF47E8-6838-9D81-EB3C-A3142E5357E5}"/>
              </a:ext>
            </a:extLst>
          </p:cNvPr>
          <p:cNvSpPr txBox="1"/>
          <p:nvPr/>
        </p:nvSpPr>
        <p:spPr>
          <a:xfrm>
            <a:off x="5005359" y="4244547"/>
            <a:ext cx="4534057" cy="1275698"/>
          </a:xfrm>
          <a:prstGeom prst="rect">
            <a:avLst/>
          </a:prstGeom>
          <a:solidFill>
            <a:srgbClr val="D4104B"/>
          </a:solidFill>
          <a:ln>
            <a:noFill/>
          </a:ln>
        </p:spPr>
        <p:txBody>
          <a:bodyPr wrap="square" lIns="180000" tIns="180000" rIns="180000" bIns="108000" rtlCol="0" anchor="t">
            <a:spAutoFit/>
          </a:bodyPr>
          <a:lstStyle/>
          <a:p>
            <a:r>
              <a:rPr lang="nl-NL" sz="1600" b="1">
                <a:solidFill>
                  <a:schemeClr val="bg1"/>
                </a:solidFill>
                <a:latin typeface="Poppins"/>
                <a:cs typeface="Poppins"/>
              </a:rPr>
              <a:t>Practical</a:t>
            </a:r>
          </a:p>
          <a:p>
            <a:endParaRPr lang="nl-NL" sz="1600">
              <a:solidFill>
                <a:schemeClr val="bg1"/>
              </a:solidFill>
              <a:latin typeface="Poppins"/>
              <a:cs typeface="Poppins"/>
            </a:endParaRPr>
          </a:p>
          <a:p>
            <a:r>
              <a:rPr lang="nl-NL" sz="1600">
                <a:solidFill>
                  <a:schemeClr val="bg1"/>
                </a:solidFill>
                <a:latin typeface="Poppins"/>
                <a:cs typeface="Poppins"/>
              </a:rPr>
              <a:t>3 week project</a:t>
            </a:r>
          </a:p>
          <a:p>
            <a:r>
              <a:rPr lang="nl-NL" sz="1600">
                <a:solidFill>
                  <a:schemeClr val="bg1"/>
                </a:solidFill>
                <a:latin typeface="Poppins"/>
                <a:cs typeface="Poppins"/>
              </a:rPr>
              <a:t>Team project 4 / 5 </a:t>
            </a:r>
            <a:r>
              <a:rPr lang="nl-NL" sz="1600" err="1">
                <a:solidFill>
                  <a:schemeClr val="bg1"/>
                </a:solidFill>
                <a:latin typeface="Poppins"/>
                <a:cs typeface="Poppins"/>
              </a:rPr>
              <a:t>students</a:t>
            </a:r>
            <a:endParaRPr lang="nl-NL" sz="1600">
              <a:solidFill>
                <a:schemeClr val="bg1"/>
              </a:solidFill>
              <a:latin typeface="Poppins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269051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ED63-7B14-7E80-6FAB-DE498CFB0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E">
                <a:latin typeface="Poppins"/>
                <a:cs typeface="Poppins"/>
              </a:rPr>
              <a:t>The people in your town are being terrorized by giant spiders. You decide to do what you can to help. </a:t>
            </a:r>
          </a:p>
          <a:p>
            <a:pPr marL="0" indent="0">
              <a:lnSpc>
                <a:spcPct val="150000"/>
              </a:lnSpc>
              <a:buNone/>
            </a:pPr>
            <a:endParaRPr lang="en-IE" b="1">
              <a:latin typeface="Poppins"/>
              <a:cs typeface="Poppins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E" b="1">
                <a:latin typeface="Poppins"/>
                <a:cs typeface="Poppins"/>
              </a:rPr>
              <a:t>Objective</a:t>
            </a:r>
            <a:r>
              <a:rPr lang="en-IE">
                <a:latin typeface="Poppins"/>
                <a:cs typeface="Poppins"/>
              </a:rPr>
              <a:t>: complete all quests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064C1-16CF-73D0-8B64-7CE9729E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>
                <a:latin typeface="Poppins SemiBold"/>
                <a:cs typeface="Poppins SemiBold"/>
              </a:rPr>
              <a:t>The game - introduction </a:t>
            </a:r>
          </a:p>
        </p:txBody>
      </p:sp>
    </p:spTree>
    <p:extLst>
      <p:ext uri="{BB962C8B-B14F-4D97-AF65-F5344CB8AC3E}">
        <p14:creationId xmlns:p14="http://schemas.microsoft.com/office/powerpoint/2010/main" val="2155580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>
            <a:extLst>
              <a:ext uri="{FF2B5EF4-FFF2-40B4-BE49-F238E27FC236}">
                <a16:creationId xmlns:a16="http://schemas.microsoft.com/office/drawing/2014/main" id="{DABC1851-EECF-B968-036F-084A88DCFD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14" b="2612"/>
          <a:stretch/>
        </p:blipFill>
        <p:spPr bwMode="auto">
          <a:xfrm>
            <a:off x="6172200" y="1608058"/>
            <a:ext cx="5181600" cy="478647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FF5ED6-0446-4845-9052-7ABD66F9D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575629"/>
            <a:ext cx="10515600" cy="716539"/>
          </a:xfrm>
        </p:spPr>
        <p:txBody>
          <a:bodyPr anchor="ctr">
            <a:normAutofit/>
          </a:bodyPr>
          <a:lstStyle/>
          <a:p>
            <a:r>
              <a:rPr lang="en-US"/>
              <a:t>Simple RPG (Role playing game)</a:t>
            </a:r>
            <a:endParaRPr lang="en-IE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2B7D4EA-3069-80CB-0BF2-36B1377B2FF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648"/>
          <a:stretch/>
        </p:blipFill>
        <p:spPr bwMode="auto">
          <a:xfrm>
            <a:off x="838200" y="1608058"/>
            <a:ext cx="4515039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A00A29-CB20-0193-1263-36B629E8402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534"/>
          <a:stretch/>
        </p:blipFill>
        <p:spPr>
          <a:xfrm>
            <a:off x="838200" y="4859214"/>
            <a:ext cx="4515039" cy="115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82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ED63-7B14-7E80-6FAB-DE498CFB0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IE" sz="2000"/>
              <a:t>You start off with a rusty sword</a:t>
            </a:r>
            <a:endParaRPr lang="en-US" sz="2000"/>
          </a:p>
          <a:p>
            <a:r>
              <a:rPr lang="en-IE" sz="1800"/>
              <a:t>Serviceable, but perhaps you could find a better weapon?</a:t>
            </a:r>
          </a:p>
          <a:p>
            <a:endParaRPr lang="en-IE"/>
          </a:p>
          <a:p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064C1-16CF-73D0-8B64-7CE9729E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r>
              <a:rPr lang="en-IE"/>
              <a:t>The Hero</a:t>
            </a:r>
            <a:endParaRPr lang="en-US"/>
          </a:p>
        </p:txBody>
      </p:sp>
      <p:pic>
        <p:nvPicPr>
          <p:cNvPr id="4" name="Picture 4" descr="A picture containing floor, indoor, weapon, pipe&#10;&#10;Description automatically generated">
            <a:extLst>
              <a:ext uri="{FF2B5EF4-FFF2-40B4-BE49-F238E27FC236}">
                <a16:creationId xmlns:a16="http://schemas.microsoft.com/office/drawing/2014/main" id="{E6511EF2-7F6B-B3B5-F7C2-5BF2C58A29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43" r="-5" b="-5"/>
          <a:stretch/>
        </p:blipFill>
        <p:spPr>
          <a:xfrm>
            <a:off x="7808300" y="2027742"/>
            <a:ext cx="3885776" cy="3600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59358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ED63-7B14-7E80-6FAB-DE498CFB0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/>
              <a:t>H: 	Your house (game start)</a:t>
            </a:r>
          </a:p>
          <a:p>
            <a:r>
              <a:rPr lang="en-IE"/>
              <a:t>T: 	Town square</a:t>
            </a:r>
          </a:p>
          <a:p>
            <a:r>
              <a:rPr lang="en-IE"/>
              <a:t>F: 	Farmer</a:t>
            </a:r>
          </a:p>
          <a:p>
            <a:r>
              <a:rPr lang="en-IE"/>
              <a:t>V: 	Farmer’s field</a:t>
            </a:r>
          </a:p>
          <a:p>
            <a:r>
              <a:rPr lang="en-IE"/>
              <a:t>A: 	Alchemist’s hut</a:t>
            </a:r>
          </a:p>
          <a:p>
            <a:r>
              <a:rPr lang="en-IE"/>
              <a:t>P: 	Alchemist’s garden</a:t>
            </a:r>
          </a:p>
          <a:p>
            <a:r>
              <a:rPr lang="en-IE"/>
              <a:t>G: 	Guard post</a:t>
            </a:r>
          </a:p>
          <a:p>
            <a:r>
              <a:rPr lang="en-IE"/>
              <a:t>B: 	Bridge</a:t>
            </a:r>
          </a:p>
          <a:p>
            <a:r>
              <a:rPr lang="en-IE"/>
              <a:t>S: 	Spider forest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064C1-16CF-73D0-8B64-7CE9729E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>
                <a:latin typeface="Poppins SemiBold"/>
                <a:cs typeface="Poppins SemiBold"/>
              </a:rPr>
              <a:t>The game – Legend and map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496A4-B78B-B409-FCDA-F6E22192195F}"/>
              </a:ext>
            </a:extLst>
          </p:cNvPr>
          <p:cNvSpPr txBox="1"/>
          <p:nvPr/>
        </p:nvSpPr>
        <p:spPr>
          <a:xfrm>
            <a:off x="8461276" y="3917767"/>
            <a:ext cx="325835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E">
                <a:latin typeface="Courier New"/>
                <a:ea typeface="ＭＳ Ｐゴシック"/>
                <a:cs typeface="Courier New"/>
              </a:rPr>
              <a:t>  P</a:t>
            </a:r>
          </a:p>
          <a:p>
            <a:r>
              <a:rPr lang="en-IE">
                <a:latin typeface="Courier New"/>
                <a:ea typeface="ＭＳ Ｐゴシック"/>
                <a:cs typeface="Courier New"/>
              </a:rPr>
              <a:t>  A</a:t>
            </a:r>
          </a:p>
          <a:p>
            <a:r>
              <a:rPr lang="en-IE">
                <a:latin typeface="Courier New" panose="02070309020205020404" pitchFamily="49" charset="0"/>
                <a:cs typeface="Courier New" panose="02070309020205020404" pitchFamily="49" charset="0"/>
              </a:rPr>
              <a:t>VFTGBS</a:t>
            </a:r>
          </a:p>
          <a:p>
            <a:r>
              <a:rPr lang="en-IE">
                <a:latin typeface="Courier New"/>
                <a:ea typeface="ＭＳ Ｐゴシック"/>
                <a:cs typeface="Courier New"/>
              </a:rPr>
              <a:t>  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31A79F-DC3E-9368-7DA1-3648578EC756}"/>
              </a:ext>
            </a:extLst>
          </p:cNvPr>
          <p:cNvSpPr txBox="1"/>
          <p:nvPr/>
        </p:nvSpPr>
        <p:spPr>
          <a:xfrm>
            <a:off x="8461276" y="2152119"/>
            <a:ext cx="325835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E">
                <a:latin typeface="Courier New"/>
                <a:ea typeface="ＭＳ Ｐゴシック"/>
                <a:cs typeface="Courier New"/>
              </a:rPr>
              <a:t>  |</a:t>
            </a:r>
          </a:p>
          <a:p>
            <a:r>
              <a:rPr lang="en-IE">
                <a:latin typeface="Courier New"/>
                <a:ea typeface="ＭＳ Ｐゴシック"/>
                <a:cs typeface="Courier New"/>
              </a:rPr>
              <a:t>  |</a:t>
            </a:r>
          </a:p>
          <a:p>
            <a:r>
              <a:rPr lang="en-IE">
                <a:latin typeface="Courier New" panose="02070309020205020404" pitchFamily="49" charset="0"/>
                <a:cs typeface="Courier New" panose="02070309020205020404" pitchFamily="49" charset="0"/>
              </a:rPr>
              <a:t>--+---</a:t>
            </a:r>
          </a:p>
          <a:p>
            <a:r>
              <a:rPr lang="en-IE">
                <a:latin typeface="Courier New"/>
                <a:ea typeface="ＭＳ Ｐゴシック"/>
                <a:cs typeface="Courier New"/>
              </a:rPr>
              <a:t>  |</a:t>
            </a:r>
          </a:p>
        </p:txBody>
      </p:sp>
    </p:spTree>
    <p:extLst>
      <p:ext uri="{BB962C8B-B14F-4D97-AF65-F5344CB8AC3E}">
        <p14:creationId xmlns:p14="http://schemas.microsoft.com/office/powerpoint/2010/main" val="3404804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BE9AB028-6752-482C-FEB5-2DD4142E3E83}"/>
              </a:ext>
            </a:extLst>
          </p:cNvPr>
          <p:cNvSpPr/>
          <p:nvPr/>
        </p:nvSpPr>
        <p:spPr>
          <a:xfrm>
            <a:off x="8380490" y="767889"/>
            <a:ext cx="1514475" cy="14994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ED63-7B14-7E80-6FAB-DE498CFB0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Given by Farmer (F)</a:t>
            </a:r>
          </a:p>
          <a:p>
            <a:r>
              <a:rPr lang="en-IE"/>
              <a:t>Kill snakes in the farmer’s field (V)</a:t>
            </a:r>
          </a:p>
          <a:p>
            <a:r>
              <a:rPr lang="en-IE">
                <a:ea typeface="+mn-lt"/>
                <a:cs typeface="+mn-lt"/>
              </a:rPr>
              <a:t>Killing three snakes will complete the quest</a:t>
            </a:r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064C1-16CF-73D0-8B64-7CE9729E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Quest: Clear the farmer’s field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7BAB3-1C91-1099-67AD-7DDA061EA35C}"/>
              </a:ext>
            </a:extLst>
          </p:cNvPr>
          <p:cNvSpPr txBox="1"/>
          <p:nvPr/>
        </p:nvSpPr>
        <p:spPr>
          <a:xfrm>
            <a:off x="8632266" y="698672"/>
            <a:ext cx="325835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E">
                <a:latin typeface="Courier New"/>
                <a:ea typeface="ＭＳ Ｐゴシック"/>
                <a:cs typeface="Courier New"/>
              </a:rPr>
              <a:t>  P</a:t>
            </a:r>
          </a:p>
          <a:p>
            <a:r>
              <a:rPr lang="en-IE">
                <a:latin typeface="Courier New"/>
                <a:ea typeface="ＭＳ Ｐゴシック"/>
                <a:cs typeface="Courier New"/>
              </a:rPr>
              <a:t>  A</a:t>
            </a:r>
          </a:p>
          <a:p>
            <a:r>
              <a:rPr lang="en-IE">
                <a:latin typeface="Courier New" panose="02070309020205020404" pitchFamily="49" charset="0"/>
                <a:cs typeface="Courier New" panose="02070309020205020404" pitchFamily="49" charset="0"/>
              </a:rPr>
              <a:t>VFTGBS</a:t>
            </a:r>
          </a:p>
          <a:p>
            <a:r>
              <a:rPr lang="en-IE">
                <a:latin typeface="Courier New"/>
                <a:ea typeface="ＭＳ Ｐゴシック"/>
                <a:cs typeface="Courier New"/>
              </a:rPr>
              <a:t>  H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FA26A7-CE49-AC77-6E21-D6147C6D7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257" y="2657406"/>
            <a:ext cx="4310743" cy="4310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C18935-6116-7166-C831-3AB1BB2EC5A4}"/>
              </a:ext>
            </a:extLst>
          </p:cNvPr>
          <p:cNvSpPr txBox="1"/>
          <p:nvPr/>
        </p:nvSpPr>
        <p:spPr>
          <a:xfrm>
            <a:off x="1884605" y="5958659"/>
            <a:ext cx="4423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“I can't </a:t>
            </a:r>
            <a:r>
              <a:rPr lang="en-US" sz="1600" err="1"/>
              <a:t>w'rk</a:t>
            </a:r>
            <a:r>
              <a:rPr lang="en-US" sz="1600"/>
              <a:t> mine own </a:t>
            </a:r>
            <a:r>
              <a:rPr lang="en-US" sz="1600" err="1"/>
              <a:t>landeth</a:t>
            </a:r>
            <a:r>
              <a:rPr lang="en-US" sz="1600"/>
              <a:t> with those pesky snakes </a:t>
            </a:r>
            <a:r>
              <a:rPr lang="en-US" sz="1600" err="1"/>
              <a:t>slith'ring</a:t>
            </a:r>
            <a:r>
              <a:rPr lang="en-US" sz="1600"/>
              <a:t> 'round! Shall thee holp me?”</a:t>
            </a:r>
            <a:endParaRPr lang="nl-NL" sz="16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8BE498-B4D1-840F-B51E-218B015E9ADF}"/>
              </a:ext>
            </a:extLst>
          </p:cNvPr>
          <p:cNvSpPr/>
          <p:nvPr/>
        </p:nvSpPr>
        <p:spPr bwMode="auto">
          <a:xfrm>
            <a:off x="8684933" y="1522615"/>
            <a:ext cx="399244" cy="22540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nl-NL" sz="2400" b="1">
              <a:latin typeface="Arial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33611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ED63-7B14-7E80-6FAB-DE498CFB0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Given by Alchemist (A)</a:t>
            </a:r>
          </a:p>
          <a:p>
            <a:r>
              <a:rPr lang="en-IE"/>
              <a:t>Kill rats in the alchemist’s garden (P)</a:t>
            </a:r>
          </a:p>
          <a:p>
            <a:r>
              <a:rPr lang="nl-NL"/>
              <a:t>Killing </a:t>
            </a:r>
            <a:r>
              <a:rPr lang="nl-NL" err="1"/>
              <a:t>three</a:t>
            </a:r>
            <a:r>
              <a:rPr lang="nl-NL"/>
              <a:t> rats </a:t>
            </a:r>
            <a:r>
              <a:rPr lang="nl-NL" err="1"/>
              <a:t>will</a:t>
            </a:r>
            <a:r>
              <a:rPr lang="nl-NL"/>
              <a:t> complete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quest</a:t>
            </a:r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064C1-16CF-73D0-8B64-7CE9729E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Quest: Clear the alchemist’s garden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AC0ABA18-E1F0-D0E1-4006-72AF7B6CE859}"/>
              </a:ext>
            </a:extLst>
          </p:cNvPr>
          <p:cNvSpPr/>
          <p:nvPr/>
        </p:nvSpPr>
        <p:spPr>
          <a:xfrm>
            <a:off x="8573083" y="773114"/>
            <a:ext cx="1514475" cy="14994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7BAB3-1C91-1099-67AD-7DDA061EA35C}"/>
              </a:ext>
            </a:extLst>
          </p:cNvPr>
          <p:cNvSpPr txBox="1"/>
          <p:nvPr/>
        </p:nvSpPr>
        <p:spPr>
          <a:xfrm>
            <a:off x="8794125" y="773114"/>
            <a:ext cx="325835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E">
                <a:latin typeface="Courier New"/>
                <a:ea typeface="ＭＳ Ｐゴシック"/>
                <a:cs typeface="Courier New"/>
              </a:rPr>
              <a:t>  P</a:t>
            </a:r>
          </a:p>
          <a:p>
            <a:r>
              <a:rPr lang="en-IE">
                <a:latin typeface="Courier New"/>
                <a:ea typeface="ＭＳ Ｐゴシック"/>
                <a:cs typeface="Courier New"/>
              </a:rPr>
              <a:t>  A </a:t>
            </a:r>
            <a:endParaRPr lang="en-IE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E">
                <a:latin typeface="Courier New" panose="02070309020205020404" pitchFamily="49" charset="0"/>
                <a:cs typeface="Courier New" panose="02070309020205020404" pitchFamily="49" charset="0"/>
              </a:rPr>
              <a:t>VFTGBS</a:t>
            </a:r>
          </a:p>
          <a:p>
            <a:r>
              <a:rPr lang="en-IE">
                <a:latin typeface="Courier New"/>
                <a:ea typeface="ＭＳ Ｐゴシック"/>
                <a:cs typeface="Courier New"/>
              </a:rPr>
              <a:t>  H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722FD82-6886-2B9C-F8FE-E011AC561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7156" y="2395265"/>
            <a:ext cx="4218149" cy="421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366505-FDAB-FB1E-909D-2C0B017ABD0F}"/>
              </a:ext>
            </a:extLst>
          </p:cNvPr>
          <p:cNvSpPr txBox="1"/>
          <p:nvPr/>
        </p:nvSpPr>
        <p:spPr>
          <a:xfrm>
            <a:off x="2813327" y="5365381"/>
            <a:ext cx="4499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“Those rats art nibbling on mine own </a:t>
            </a:r>
            <a:r>
              <a:rPr lang="en-US" sz="1600" err="1"/>
              <a:t>h'rbs</a:t>
            </a:r>
            <a:r>
              <a:rPr lang="en-US" sz="1600"/>
              <a:t>! I </a:t>
            </a:r>
            <a:r>
              <a:rPr lang="en-US" sz="1600" err="1"/>
              <a:t>couldst</a:t>
            </a:r>
            <a:r>
              <a:rPr lang="en-US" sz="1600"/>
              <a:t> very much </a:t>
            </a:r>
            <a:r>
              <a:rPr lang="en-US" sz="1600" err="1"/>
              <a:t>useth</a:t>
            </a:r>
            <a:r>
              <a:rPr lang="en-US" sz="1600"/>
              <a:t> an </a:t>
            </a:r>
            <a:r>
              <a:rPr lang="en-US" sz="1600" err="1"/>
              <a:t>adventur'r</a:t>
            </a:r>
            <a:r>
              <a:rPr lang="en-US" sz="1600"/>
              <a:t> to taketh </a:t>
            </a:r>
            <a:r>
              <a:rPr lang="en-US" sz="1600" err="1"/>
              <a:t>careth</a:t>
            </a:r>
            <a:r>
              <a:rPr lang="en-US" sz="1600"/>
              <a:t> of those folk …”</a:t>
            </a:r>
            <a:endParaRPr lang="nl-NL" sz="1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A62428-85BE-5817-F28E-F0A0C165784D}"/>
              </a:ext>
            </a:extLst>
          </p:cNvPr>
          <p:cNvSpPr/>
          <p:nvPr/>
        </p:nvSpPr>
        <p:spPr bwMode="auto">
          <a:xfrm>
            <a:off x="9214412" y="895834"/>
            <a:ext cx="231819" cy="58859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nl-NL" sz="2400" b="1">
              <a:latin typeface="Arial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8048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>
            <a:extLst>
              <a:ext uri="{FF2B5EF4-FFF2-40B4-BE49-F238E27FC236}">
                <a16:creationId xmlns:a16="http://schemas.microsoft.com/office/drawing/2014/main" id="{7750A2D9-D5C3-B96E-7AA8-9F636DE471EB}"/>
              </a:ext>
            </a:extLst>
          </p:cNvPr>
          <p:cNvSpPr/>
          <p:nvPr/>
        </p:nvSpPr>
        <p:spPr>
          <a:xfrm>
            <a:off x="8612719" y="767889"/>
            <a:ext cx="1514475" cy="14994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ED63-7B14-7E80-6FAB-DE498CFB0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You need to have finished the other two </a:t>
            </a:r>
            <a:br>
              <a:rPr lang="en-IE"/>
            </a:br>
            <a:r>
              <a:rPr lang="en-IE"/>
              <a:t>quests before passing the guard (G)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064C1-16CF-73D0-8B64-7CE9729E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Guard’s post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7BAB3-1C91-1099-67AD-7DDA061EA35C}"/>
              </a:ext>
            </a:extLst>
          </p:cNvPr>
          <p:cNvSpPr txBox="1"/>
          <p:nvPr/>
        </p:nvSpPr>
        <p:spPr>
          <a:xfrm>
            <a:off x="8794125" y="773115"/>
            <a:ext cx="1714537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E">
                <a:latin typeface="Courier New"/>
                <a:ea typeface="ＭＳ Ｐゴシック"/>
                <a:cs typeface="Courier New"/>
              </a:rPr>
              <a:t>  P</a:t>
            </a:r>
            <a:endParaRPr lang="en-US">
              <a:latin typeface="Arial"/>
              <a:ea typeface="ＭＳ Ｐゴシック"/>
              <a:cs typeface="Arial"/>
            </a:endParaRPr>
          </a:p>
          <a:p>
            <a:r>
              <a:rPr lang="en-IE">
                <a:latin typeface="Courier New"/>
                <a:ea typeface="ＭＳ Ｐゴシック"/>
                <a:cs typeface="Courier New"/>
              </a:rPr>
              <a:t>  A</a:t>
            </a:r>
          </a:p>
          <a:p>
            <a:r>
              <a:rPr lang="en-IE">
                <a:latin typeface="Courier New" panose="02070309020205020404" pitchFamily="49" charset="0"/>
                <a:cs typeface="Courier New" panose="02070309020205020404" pitchFamily="49" charset="0"/>
              </a:rPr>
              <a:t>VFTGBS</a:t>
            </a:r>
          </a:p>
          <a:p>
            <a:r>
              <a:rPr lang="en-IE">
                <a:latin typeface="Courier New"/>
                <a:ea typeface="ＭＳ Ｐゴシック"/>
                <a:cs typeface="Courier New"/>
              </a:rPr>
              <a:t>  H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8B6D0E6-3679-B02C-79EE-ACA9CD42D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262" y="2577925"/>
            <a:ext cx="4280075" cy="4280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9975B2-A8CB-7275-76A0-F6C8603F03E6}"/>
              </a:ext>
            </a:extLst>
          </p:cNvPr>
          <p:cNvSpPr txBox="1"/>
          <p:nvPr/>
        </p:nvSpPr>
        <p:spPr>
          <a:xfrm>
            <a:off x="3298981" y="5480394"/>
            <a:ext cx="3651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“Turn back at once, peasant! Unless thee hast proof of thy grit.”</a:t>
            </a:r>
            <a:endParaRPr lang="nl-NL" sz="16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77978E-929A-F059-9CD4-AB2BA440FF77}"/>
              </a:ext>
            </a:extLst>
          </p:cNvPr>
          <p:cNvSpPr/>
          <p:nvPr/>
        </p:nvSpPr>
        <p:spPr bwMode="auto">
          <a:xfrm>
            <a:off x="9461452" y="1608059"/>
            <a:ext cx="131885" cy="21943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nl-NL" sz="2400" b="1">
              <a:latin typeface="Arial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5063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2056A081-30D7-1FD1-1A3E-F7E24A47A98C}"/>
              </a:ext>
            </a:extLst>
          </p:cNvPr>
          <p:cNvSpPr/>
          <p:nvPr/>
        </p:nvSpPr>
        <p:spPr>
          <a:xfrm>
            <a:off x="8380490" y="767889"/>
            <a:ext cx="1514475" cy="14994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ED63-7B14-7E80-6FAB-DE498CFB0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Received when reaching the bridge (B)</a:t>
            </a:r>
          </a:p>
          <a:p>
            <a:r>
              <a:rPr lang="en-IE"/>
              <a:t>Kill spiders in the spider forest (S)</a:t>
            </a:r>
          </a:p>
          <a:p>
            <a:r>
              <a:rPr lang="nl-NL">
                <a:ea typeface="+mn-lt"/>
                <a:cs typeface="+mn-lt"/>
              </a:rPr>
              <a:t>The game is won </a:t>
            </a:r>
            <a:r>
              <a:rPr lang="nl-NL" err="1">
                <a:ea typeface="+mn-lt"/>
                <a:cs typeface="+mn-lt"/>
              </a:rPr>
              <a:t>when</a:t>
            </a:r>
            <a:r>
              <a:rPr lang="nl-NL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you</a:t>
            </a:r>
            <a:r>
              <a:rPr lang="nl-NL">
                <a:ea typeface="+mn-lt"/>
                <a:cs typeface="+mn-lt"/>
              </a:rPr>
              <a:t> have </a:t>
            </a:r>
            <a:r>
              <a:rPr lang="nl-NL" err="1">
                <a:ea typeface="+mn-lt"/>
                <a:cs typeface="+mn-lt"/>
              </a:rPr>
              <a:t>killed</a:t>
            </a:r>
            <a:r>
              <a:rPr lang="nl-NL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three</a:t>
            </a:r>
            <a:r>
              <a:rPr lang="nl-NL">
                <a:ea typeface="+mn-lt"/>
                <a:cs typeface="+mn-lt"/>
              </a:rPr>
              <a:t> spiders</a:t>
            </a:r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064C1-16CF-73D0-8B64-7CE9729E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Quest: Collect spider silk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37BAB3-1C91-1099-67AD-7DDA061EA35C}"/>
              </a:ext>
            </a:extLst>
          </p:cNvPr>
          <p:cNvSpPr txBox="1"/>
          <p:nvPr/>
        </p:nvSpPr>
        <p:spPr>
          <a:xfrm>
            <a:off x="8576410" y="797934"/>
            <a:ext cx="3258354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E">
                <a:latin typeface="Courier New"/>
                <a:ea typeface="ＭＳ Ｐゴシック"/>
                <a:cs typeface="Courier New"/>
              </a:rPr>
              <a:t>  P</a:t>
            </a:r>
          </a:p>
          <a:p>
            <a:r>
              <a:rPr lang="en-IE">
                <a:latin typeface="Courier New"/>
                <a:ea typeface="ＭＳ Ｐゴシック"/>
                <a:cs typeface="Courier New"/>
              </a:rPr>
              <a:t>  A</a:t>
            </a:r>
          </a:p>
          <a:p>
            <a:r>
              <a:rPr lang="en-IE">
                <a:latin typeface="Courier New" panose="02070309020205020404" pitchFamily="49" charset="0"/>
                <a:cs typeface="Courier New" panose="02070309020205020404" pitchFamily="49" charset="0"/>
              </a:rPr>
              <a:t>VFTGBS</a:t>
            </a:r>
          </a:p>
          <a:p>
            <a:r>
              <a:rPr lang="en-IE">
                <a:latin typeface="Courier New"/>
                <a:ea typeface="ＭＳ Ｐゴシック"/>
                <a:cs typeface="Courier New"/>
              </a:rPr>
              <a:t>  H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8BB9CD-A49B-0411-5BC0-DB505F93E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988" y="3580325"/>
            <a:ext cx="3277675" cy="327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307426-96AB-1743-E3F1-86D938D39C3D}"/>
              </a:ext>
            </a:extLst>
          </p:cNvPr>
          <p:cNvSpPr txBox="1"/>
          <p:nvPr/>
        </p:nvSpPr>
        <p:spPr>
          <a:xfrm>
            <a:off x="4313617" y="5591116"/>
            <a:ext cx="32776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600"/>
              <a:t>“I </a:t>
            </a:r>
            <a:r>
              <a:rPr lang="nl-NL" sz="1600" err="1"/>
              <a:t>shalt</a:t>
            </a:r>
            <a:r>
              <a:rPr lang="nl-NL" sz="1600"/>
              <a:t> </a:t>
            </a:r>
            <a:r>
              <a:rPr lang="nl-NL" sz="1600" err="1"/>
              <a:t>releaseth</a:t>
            </a:r>
            <a:r>
              <a:rPr lang="nl-NL" sz="1600"/>
              <a:t> </a:t>
            </a:r>
            <a:r>
              <a:rPr lang="nl-NL" sz="1600" err="1"/>
              <a:t>the</a:t>
            </a:r>
            <a:r>
              <a:rPr lang="nl-NL" sz="1600"/>
              <a:t> </a:t>
            </a:r>
            <a:r>
              <a:rPr lang="nl-NL" sz="1600" err="1"/>
              <a:t>town</a:t>
            </a:r>
            <a:r>
              <a:rPr lang="nl-NL" sz="1600"/>
              <a:t> </a:t>
            </a:r>
            <a:r>
              <a:rPr lang="nl-NL" sz="1600" err="1"/>
              <a:t>folks</a:t>
            </a:r>
            <a:r>
              <a:rPr lang="nl-NL" sz="1600"/>
              <a:t> of </a:t>
            </a:r>
            <a:r>
              <a:rPr lang="nl-NL" sz="1600" err="1"/>
              <a:t>their</a:t>
            </a:r>
            <a:r>
              <a:rPr lang="nl-NL" sz="1600"/>
              <a:t> </a:t>
            </a:r>
            <a:r>
              <a:rPr lang="nl-NL" sz="1600" err="1"/>
              <a:t>feareth</a:t>
            </a:r>
            <a:r>
              <a:rPr lang="nl-NL" sz="1600"/>
              <a:t>!”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A0072C-F5C4-A5B5-DFFD-247927DA7139}"/>
              </a:ext>
            </a:extLst>
          </p:cNvPr>
          <p:cNvSpPr/>
          <p:nvPr/>
        </p:nvSpPr>
        <p:spPr bwMode="auto">
          <a:xfrm>
            <a:off x="9356419" y="1630349"/>
            <a:ext cx="369652" cy="22540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nl-NL" sz="2400" b="1">
              <a:latin typeface="Arial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6228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ED63-7B14-7E80-6FAB-DE498CFB0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IE" sz="1800">
                <a:latin typeface="Poppins"/>
                <a:cs typeface="Poppins"/>
              </a:rPr>
              <a:t>Must be built in C# (.NET 8)</a:t>
            </a:r>
            <a:endParaRPr lang="en-IE"/>
          </a:p>
          <a:p>
            <a:r>
              <a:rPr lang="en-IE" sz="1800"/>
              <a:t>Must be console-based</a:t>
            </a:r>
          </a:p>
          <a:p>
            <a:r>
              <a:rPr lang="en-IE" sz="1800"/>
              <a:t>GitHub must be used</a:t>
            </a:r>
          </a:p>
          <a:p>
            <a:r>
              <a:rPr lang="en-IE" sz="1800"/>
              <a:t>Scrum must be used</a:t>
            </a:r>
          </a:p>
          <a:p>
            <a:r>
              <a:rPr lang="en-IE" sz="1800" err="1"/>
              <a:t>VSCode</a:t>
            </a:r>
            <a:r>
              <a:rPr lang="en-IE" sz="1800"/>
              <a:t>/VS must be used</a:t>
            </a:r>
          </a:p>
          <a:p>
            <a:r>
              <a:rPr lang="en-IE" sz="1800" err="1"/>
              <a:t>World.cs</a:t>
            </a:r>
            <a:r>
              <a:rPr lang="en-IE" sz="1800"/>
              <a:t> must be used as a code base</a:t>
            </a:r>
          </a:p>
          <a:p>
            <a:r>
              <a:rPr lang="en-IE" sz="1800"/>
              <a:t>(Feel free to edit </a:t>
            </a:r>
            <a:r>
              <a:rPr lang="en-IE" sz="1800" err="1"/>
              <a:t>World.cs</a:t>
            </a:r>
            <a:r>
              <a:rPr lang="en-IE" sz="1800"/>
              <a:t> to your needs)</a:t>
            </a:r>
          </a:p>
          <a:p>
            <a:r>
              <a:rPr lang="en-IE" sz="1800">
                <a:ea typeface="+mn-lt"/>
                <a:cs typeface="+mn-lt"/>
              </a:rPr>
              <a:t>Must be built using OODP </a:t>
            </a:r>
            <a:endParaRPr lang="en-IE" sz="1800"/>
          </a:p>
          <a:p>
            <a:endParaRPr lang="en-IE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064C1-16CF-73D0-8B64-7CE9729E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3477027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ED63-7B14-7E80-6FAB-DE498CFB0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>
                <a:latin typeface="Poppins"/>
                <a:cs typeface="Poppins"/>
              </a:rPr>
              <a:t>Codebase will be shared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err="1"/>
              <a:t>World.cs</a:t>
            </a:r>
            <a:r>
              <a:rPr lang="en-IE"/>
              <a:t> is used to create:</a:t>
            </a:r>
            <a:endParaRPr lang="en-US"/>
          </a:p>
          <a:p>
            <a:pPr marL="922020" lvl="1"/>
            <a:r>
              <a:rPr lang="en-IE"/>
              <a:t>Locations</a:t>
            </a:r>
          </a:p>
          <a:p>
            <a:pPr marL="922020" lvl="1"/>
            <a:r>
              <a:rPr lang="en-IE"/>
              <a:t>Monsters</a:t>
            </a:r>
          </a:p>
          <a:p>
            <a:pPr marL="922020" lvl="1"/>
            <a:r>
              <a:rPr lang="en-IE"/>
              <a:t>Weapons</a:t>
            </a:r>
          </a:p>
          <a:p>
            <a:pPr marL="922020" lvl="1"/>
            <a:r>
              <a:rPr lang="en-IE"/>
              <a:t>Quests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/>
              <a:t>Product backlog will be shared </a:t>
            </a:r>
          </a:p>
          <a:p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064C1-16CF-73D0-8B64-7CE9729E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Documents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68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AED63-7B14-7E80-6FAB-DE498CFB0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4" y="1538514"/>
            <a:ext cx="9967972" cy="420028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IE" sz="1200" b="1">
                <a:latin typeface="Poppins"/>
                <a:cs typeface="Poppins"/>
              </a:rPr>
              <a:t>Week 1:  </a:t>
            </a:r>
            <a:endParaRPr lang="en-IE" sz="120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r>
              <a:rPr lang="en-IE" sz="1200" b="1">
                <a:latin typeface="Poppins"/>
                <a:cs typeface="Poppins"/>
              </a:rPr>
              <a:t>(this week)</a:t>
            </a:r>
            <a:r>
              <a:rPr lang="en-IE" sz="1200">
                <a:latin typeface="Poppins"/>
                <a:cs typeface="Poppins"/>
              </a:rPr>
              <a:t>  Introduction Course, Case and Scrum </a:t>
            </a:r>
          </a:p>
          <a:p>
            <a:pPr>
              <a:lnSpc>
                <a:spcPct val="150000"/>
              </a:lnSpc>
            </a:pPr>
            <a:r>
              <a:rPr lang="en-IE" sz="1200">
                <a:latin typeface="Poppins"/>
                <a:cs typeface="Poppins"/>
              </a:rPr>
              <a:t>Git workshop, Project Alpha kick-off</a:t>
            </a:r>
          </a:p>
          <a:p>
            <a:pPr>
              <a:lnSpc>
                <a:spcPct val="150000"/>
              </a:lnSpc>
            </a:pPr>
            <a:r>
              <a:rPr lang="en-IE" sz="1200">
                <a:latin typeface="Poppins"/>
                <a:cs typeface="Poppins"/>
              </a:rPr>
              <a:t>Product backlog introduction (What and how)</a:t>
            </a:r>
          </a:p>
          <a:p>
            <a:pPr>
              <a:lnSpc>
                <a:spcPct val="150000"/>
              </a:lnSpc>
            </a:pPr>
            <a:endParaRPr lang="en-IE" sz="1200"/>
          </a:p>
          <a:p>
            <a:pPr>
              <a:lnSpc>
                <a:spcPct val="150000"/>
              </a:lnSpc>
            </a:pPr>
            <a:r>
              <a:rPr lang="en-IE" sz="1200" b="1">
                <a:latin typeface="Poppins"/>
                <a:cs typeface="Poppins"/>
              </a:rPr>
              <a:t>Week 2: </a:t>
            </a:r>
            <a:r>
              <a:rPr lang="en-IE" sz="1200">
                <a:latin typeface="Poppins"/>
                <a:cs typeface="Poppins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E" sz="1200" b="1">
                <a:latin typeface="Poppins"/>
                <a:cs typeface="Poppins"/>
              </a:rPr>
              <a:t>Day 1: </a:t>
            </a:r>
            <a:r>
              <a:rPr lang="en-IE" sz="1200">
                <a:latin typeface="Poppins"/>
                <a:cs typeface="Poppins"/>
              </a:rPr>
              <a:t> Working on project,  Product Backlog (How) How to write a user story and acceptance criteria  and Planning poker</a:t>
            </a:r>
          </a:p>
          <a:p>
            <a:pPr>
              <a:lnSpc>
                <a:spcPct val="150000"/>
              </a:lnSpc>
            </a:pPr>
            <a:r>
              <a:rPr lang="en-IE" sz="1200" b="1">
                <a:latin typeface="Poppins"/>
                <a:cs typeface="Poppins"/>
              </a:rPr>
              <a:t>Day 2: </a:t>
            </a:r>
            <a:r>
              <a:rPr lang="en-IE" sz="1200">
                <a:latin typeface="Poppins"/>
                <a:cs typeface="Poppins"/>
              </a:rPr>
              <a:t>Pre planning meeting and stand up. </a:t>
            </a:r>
          </a:p>
          <a:p>
            <a:pPr>
              <a:lnSpc>
                <a:spcPct val="150000"/>
              </a:lnSpc>
            </a:pPr>
            <a:endParaRPr lang="en-IE" sz="1200"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r>
              <a:rPr lang="en-IE" sz="1200" b="1">
                <a:latin typeface="Poppins"/>
                <a:cs typeface="Poppins"/>
              </a:rPr>
              <a:t>Week 3: </a:t>
            </a:r>
          </a:p>
          <a:p>
            <a:pPr>
              <a:lnSpc>
                <a:spcPct val="150000"/>
              </a:lnSpc>
            </a:pPr>
            <a:r>
              <a:rPr lang="en-IE" sz="1200" b="1">
                <a:latin typeface="Poppins"/>
                <a:cs typeface="Poppins"/>
              </a:rPr>
              <a:t>Day 1: </a:t>
            </a:r>
            <a:r>
              <a:rPr lang="en-IE" sz="1200">
                <a:latin typeface="Poppins"/>
                <a:cs typeface="Poppins"/>
              </a:rPr>
              <a:t>Stand up, Workshop: review + retrospective. </a:t>
            </a:r>
            <a:br>
              <a:rPr lang="en-IE" sz="1200">
                <a:latin typeface="Poppins"/>
                <a:cs typeface="Poppins"/>
              </a:rPr>
            </a:br>
            <a:r>
              <a:rPr lang="en-IE" sz="1200" b="1">
                <a:latin typeface="Poppins"/>
                <a:cs typeface="Poppins"/>
              </a:rPr>
              <a:t>Day 3: </a:t>
            </a:r>
            <a:r>
              <a:rPr lang="en-IE" sz="1200">
                <a:latin typeface="Poppins"/>
                <a:cs typeface="Poppins"/>
              </a:rPr>
              <a:t>Project Alpha review  and  retrospective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064C1-16CF-73D0-8B64-7CE9729E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>
                <a:latin typeface="Poppins SemiBold"/>
                <a:cs typeface="Poppins SemiBold"/>
              </a:rPr>
              <a:t>Global overview deadlines and meetings 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43806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4EDE85F-84A7-8E89-31DD-373E6F72A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2064C1-16CF-73D0-8B64-7CE9729E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Embark on thy quest, </a:t>
            </a:r>
            <a:r>
              <a:rPr lang="en-US" err="1"/>
              <a:t>adventur'r</a:t>
            </a:r>
            <a:r>
              <a:rPr lang="en-US"/>
              <a:t>!</a:t>
            </a:r>
            <a:endParaRPr lang="en-I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A839F0-D766-2D46-94A7-B92289DA2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790" y="810125"/>
            <a:ext cx="5503572" cy="5503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A5E332-A278-CEF8-5356-EEFE37059926}"/>
              </a:ext>
            </a:extLst>
          </p:cNvPr>
          <p:cNvSpPr txBox="1"/>
          <p:nvPr/>
        </p:nvSpPr>
        <p:spPr>
          <a:xfrm>
            <a:off x="3350711" y="6356797"/>
            <a:ext cx="22717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/>
              <a:t>All illustrations created using </a:t>
            </a:r>
            <a:r>
              <a:rPr lang="en-US" sz="1000" err="1"/>
              <a:t>deepai.org</a:t>
            </a:r>
            <a:endParaRPr lang="nl-NL" sz="1000"/>
          </a:p>
        </p:txBody>
      </p:sp>
    </p:spTree>
    <p:extLst>
      <p:ext uri="{BB962C8B-B14F-4D97-AF65-F5344CB8AC3E}">
        <p14:creationId xmlns:p14="http://schemas.microsoft.com/office/powerpoint/2010/main" val="3126418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80DB9B-DD2B-45CB-7306-EB7365E85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/>
              <a:t>The dungeon master shall provide thou with answers</a:t>
            </a:r>
          </a:p>
          <a:p>
            <a:endParaRPr lang="en-IE"/>
          </a:p>
          <a:p>
            <a:endParaRPr lang="en-I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93821D-A66F-3C92-6E18-559DF5D6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Questions</a:t>
            </a:r>
            <a:r>
              <a:rPr lang="nl-NL"/>
              <a:t>?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F19078A-33E1-DD3F-5C2B-6EBA2332A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0285" y="2123985"/>
            <a:ext cx="4666693" cy="466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03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52027"/>
      </p:ext>
    </p:extLst>
  </p:cSld>
  <p:clrMapOvr>
    <a:masterClrMapping/>
  </p:clrMapOvr>
</p:sld>
</file>

<file path=ppt/theme/theme1.xml><?xml version="1.0" encoding="utf-8"?>
<a:theme xmlns:a="http://schemas.openxmlformats.org/drawingml/2006/main" name="1_Lege presentatie">
  <a:themeElements>
    <a:clrScheme name="1_Lege presentati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lnDef>
  </a:objectDefaults>
  <a:extraClrSchemeLst>
    <a:extraClrScheme>
      <a:clrScheme name="1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Lege presentatie">
  <a:themeElements>
    <a:clrScheme name="3_Lege presentati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lnDef>
  </a:objectDefaults>
  <a:extraClrSchemeLst>
    <a:extraClrScheme>
      <a:clrScheme name="3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4_Lege presentatie">
  <a:themeElements>
    <a:clrScheme name="4_Lege presentati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4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lnDef>
  </a:objectDefaults>
  <a:extraClrSchemeLst>
    <a:extraClrScheme>
      <a:clrScheme name="4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Lege presentatie">
  <a:themeElements>
    <a:clrScheme name="2_Lege presentati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lnDef>
  </a:objectDefaults>
  <a:extraClrSchemeLst>
    <a:extraClrScheme>
      <a:clrScheme name="2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Lege presentatie">
  <a:themeElements>
    <a:clrScheme name="5_Lege presentati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_Lege presentatie">
      <a:majorFont>
        <a:latin typeface="Verdana"/>
        <a:ea typeface="ＭＳ Ｐゴシック"/>
        <a:cs typeface=""/>
      </a:majorFont>
      <a:minorFont>
        <a:latin typeface="Verdan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34" charset="-128"/>
          </a:defRPr>
        </a:defPPr>
      </a:lstStyle>
    </a:lnDef>
  </a:objectDefaults>
  <a:extraClrSchemeLst>
    <a:extraClrScheme>
      <a:clrScheme name="5_Lege presentati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Lege presentati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Lege presentati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Lege presentati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Lege presentati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Lege presentati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Lege presentati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Lege presentati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Lege presentati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Lege presentati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Lege presentati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Lege presentati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260A98D795394EAAD68F6941918470" ma:contentTypeVersion="3" ma:contentTypeDescription="Create a new document." ma:contentTypeScope="" ma:versionID="e1a78344a8aa9233aca96cf60e75e703">
  <xsd:schema xmlns:xsd="http://www.w3.org/2001/XMLSchema" xmlns:xs="http://www.w3.org/2001/XMLSchema" xmlns:p="http://schemas.microsoft.com/office/2006/metadata/properties" xmlns:ns2="f008b7e8-9000-494b-bb97-ddc1b1a2d36d" targetNamespace="http://schemas.microsoft.com/office/2006/metadata/properties" ma:root="true" ma:fieldsID="78cf43d3834f4e6f57e0a1147f33584f" ns2:_="">
    <xsd:import namespace="f008b7e8-9000-494b-bb97-ddc1b1a2d3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8b7e8-9000-494b-bb97-ddc1b1a2d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06EA59-E4DF-469A-996E-5977853F3DAC}"/>
</file>

<file path=customXml/itemProps2.xml><?xml version="1.0" encoding="utf-8"?>
<ds:datastoreItem xmlns:ds="http://schemas.openxmlformats.org/officeDocument/2006/customXml" ds:itemID="{7AFFA560-4984-4507-9F5F-2BBD1BEA05D2}">
  <ds:schemaRefs>
    <ds:schemaRef ds:uri="72d29432-1507-47c4-8256-9dba1d76e443"/>
    <ds:schemaRef ds:uri="9ea942f3-d3e3-4f84-8126-d87219e271f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4493E22-A679-4555-9EA2-21FC369CA0E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28</Slides>
  <Notes>7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1_Lege presentatie</vt:lpstr>
      <vt:lpstr>3_Lege presentatie</vt:lpstr>
      <vt:lpstr>4_Lege presentatie</vt:lpstr>
      <vt:lpstr>2_Lege presentatie</vt:lpstr>
      <vt:lpstr>5_Lege presentatie</vt:lpstr>
      <vt:lpstr>Kantoorthema</vt:lpstr>
      <vt:lpstr>OODP </vt:lpstr>
      <vt:lpstr>Introduction - The second semester!</vt:lpstr>
      <vt:lpstr>Introduction  - Structure course  </vt:lpstr>
      <vt:lpstr>Introduction  - Structure course </vt:lpstr>
      <vt:lpstr>Introduction  - Structure course </vt:lpstr>
      <vt:lpstr>Introduction – Practical </vt:lpstr>
      <vt:lpstr>Overview  - Evaluation</vt:lpstr>
      <vt:lpstr>Learning outcomes – Professional skills</vt:lpstr>
      <vt:lpstr>Learning outcomes – Realisation</vt:lpstr>
      <vt:lpstr>Student succes </vt:lpstr>
      <vt:lpstr>Overview semester 2 – important dates</vt:lpstr>
      <vt:lpstr>Project Alpha</vt:lpstr>
      <vt:lpstr>Needed to complete Project Alpha</vt:lpstr>
      <vt:lpstr>Project Alpha – The case</vt:lpstr>
      <vt:lpstr>The game - introduction </vt:lpstr>
      <vt:lpstr>Simple RPG (Role playing game)</vt:lpstr>
      <vt:lpstr>The Hero</vt:lpstr>
      <vt:lpstr>The game – Legend and map</vt:lpstr>
      <vt:lpstr>Quest: Clear the farmer’s field</vt:lpstr>
      <vt:lpstr>Quest: Clear the alchemist’s garden</vt:lpstr>
      <vt:lpstr>Guard’s post</vt:lpstr>
      <vt:lpstr>Quest: Collect spider silk</vt:lpstr>
      <vt:lpstr>Scope</vt:lpstr>
      <vt:lpstr>Documents</vt:lpstr>
      <vt:lpstr>Global overview deadlines and meetings </vt:lpstr>
      <vt:lpstr>Embark on thy quest, adventur'r!</vt:lpstr>
      <vt:lpstr>Questions?</vt:lpstr>
      <vt:lpstr>PowerPoint Presentation</vt:lpstr>
    </vt:vector>
  </TitlesOfParts>
  <Company>Chiel van de 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Chiel van de Ven</dc:creator>
  <cp:revision>30</cp:revision>
  <cp:lastPrinted>2015-07-08T12:40:29Z</cp:lastPrinted>
  <dcterms:created xsi:type="dcterms:W3CDTF">2007-10-29T13:53:54Z</dcterms:created>
  <dcterms:modified xsi:type="dcterms:W3CDTF">2026-07-13T10:54:12Z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0x0101003E260A98D795394EAAD68F6941918470</vt:lpwstr>
  </property>
  <property fmtid="{D5CDD505-2E9C-101B-9397-08002B2CF9AE}" pid="3" name="MediaServiceImageTags">
    <vt:lpwstr/>
  </property>
</Properties>
</file>